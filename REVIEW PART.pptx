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86473" autoAdjust="0"/>
  </p:normalViewPr>
  <p:slideViewPr>
    <p:cSldViewPr snapToGrid="0">
      <p:cViewPr varScale="1">
        <p:scale>
          <a:sx n="74" d="100"/>
          <a:sy n="74" d="100"/>
        </p:scale>
        <p:origin x="806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a Vel Durai" userId="bed1108984a0dc02" providerId="LiveId" clId="{19C086CD-C07F-40BB-AFEC-D555B075BCB6}"/>
    <pc:docChg chg="undo custSel modSld">
      <pc:chgData name="Prabha Vel Durai" userId="bed1108984a0dc02" providerId="LiveId" clId="{19C086CD-C07F-40BB-AFEC-D555B075BCB6}" dt="2026-10-13T05:11:55.603" v="350" actId="14100"/>
      <pc:docMkLst>
        <pc:docMk/>
      </pc:docMkLst>
      <pc:sldChg chg="addSp modSp mod">
        <pc:chgData name="Prabha Vel Durai" userId="bed1108984a0dc02" providerId="LiveId" clId="{19C086CD-C07F-40BB-AFEC-D555B075BCB6}" dt="2026-10-13T05:11:55.603" v="350" actId="14100"/>
        <pc:sldMkLst>
          <pc:docMk/>
          <pc:sldMk cId="0" sldId="256"/>
        </pc:sldMkLst>
        <pc:spChg chg="add mod">
          <ac:chgData name="Prabha Vel Durai" userId="bed1108984a0dc02" providerId="LiveId" clId="{19C086CD-C07F-40BB-AFEC-D555B075BCB6}" dt="2026-10-13T05:11:55.603" v="350" actId="14100"/>
          <ac:spMkLst>
            <pc:docMk/>
            <pc:sldMk cId="0" sldId="256"/>
            <ac:spMk id="5" creationId="{9AD2FC6D-A169-7464-3A3A-C6FF23BC907F}"/>
          </ac:spMkLst>
        </pc:spChg>
      </pc:sldChg>
      <pc:sldChg chg="addSp delSp modSp mod">
        <pc:chgData name="Prabha Vel Durai" userId="bed1108984a0dc02" providerId="LiveId" clId="{19C086CD-C07F-40BB-AFEC-D555B075BCB6}" dt="2026-10-07T10:03:29.743" v="324" actId="1076"/>
        <pc:sldMkLst>
          <pc:docMk/>
          <pc:sldMk cId="0" sldId="258"/>
        </pc:sldMkLst>
        <pc:spChg chg="mod">
          <ac:chgData name="Prabha Vel Durai" userId="bed1108984a0dc02" providerId="LiveId" clId="{19C086CD-C07F-40BB-AFEC-D555B075BCB6}" dt="2026-10-07T10:03:13.958" v="319" actId="113"/>
          <ac:spMkLst>
            <pc:docMk/>
            <pc:sldMk cId="0" sldId="258"/>
            <ac:spMk id="9" creationId="{00000000-0000-0000-0000-000000000000}"/>
          </ac:spMkLst>
        </pc:spChg>
        <pc:graphicFrameChg chg="add mod modGraphic">
          <ac:chgData name="Prabha Vel Durai" userId="bed1108984a0dc02" providerId="LiveId" clId="{19C086CD-C07F-40BB-AFEC-D555B075BCB6}" dt="2026-10-07T10:03:29.743" v="324" actId="1076"/>
          <ac:graphicFrameMkLst>
            <pc:docMk/>
            <pc:sldMk cId="0" sldId="258"/>
            <ac:graphicFrameMk id="2" creationId="{3A72FAF8-EC2B-C5BE-92FE-5BCCA211EAA2}"/>
          </ac:graphicFrameMkLst>
        </pc:graphicFrameChg>
      </pc:sldChg>
      <pc:sldChg chg="addSp delSp modSp mod">
        <pc:chgData name="Prabha Vel Durai" userId="bed1108984a0dc02" providerId="LiveId" clId="{19C086CD-C07F-40BB-AFEC-D555B075BCB6}" dt="2026-10-07T09:57:56.972" v="20" actId="12269"/>
        <pc:sldMkLst>
          <pc:docMk/>
          <pc:sldMk cId="0" sldId="259"/>
        </pc:sldMkLst>
        <pc:graphicFrameChg chg="add mod modGraphic">
          <ac:chgData name="Prabha Vel Durai" userId="bed1108984a0dc02" providerId="LiveId" clId="{19C086CD-C07F-40BB-AFEC-D555B075BCB6}" dt="2026-10-07T09:57:56.972" v="20" actId="12269"/>
          <ac:graphicFrameMkLst>
            <pc:docMk/>
            <pc:sldMk cId="0" sldId="259"/>
            <ac:graphicFrameMk id="3" creationId="{DE8DDD52-AEB8-7629-50C7-C09DC8113199}"/>
          </ac:graphicFrameMkLst>
        </pc:graphicFrameChg>
      </pc:sldChg>
      <pc:sldChg chg="modSp mod">
        <pc:chgData name="Prabha Vel Durai" userId="bed1108984a0dc02" providerId="LiveId" clId="{19C086CD-C07F-40BB-AFEC-D555B075BCB6}" dt="2026-10-07T09:59:07.020" v="61"/>
        <pc:sldMkLst>
          <pc:docMk/>
          <pc:sldMk cId="0" sldId="260"/>
        </pc:sldMkLst>
        <pc:spChg chg="mod">
          <ac:chgData name="Prabha Vel Durai" userId="bed1108984a0dc02" providerId="LiveId" clId="{19C086CD-C07F-40BB-AFEC-D555B075BCB6}" dt="2026-10-07T09:58:54.135" v="58" actId="113"/>
          <ac:spMkLst>
            <pc:docMk/>
            <pc:sldMk cId="0" sldId="260"/>
            <ac:spMk id="2" creationId="{00000000-0000-0000-0000-000000000000}"/>
          </ac:spMkLst>
        </pc:spChg>
        <pc:graphicFrameChg chg="mod modGraphic">
          <ac:chgData name="Prabha Vel Durai" userId="bed1108984a0dc02" providerId="LiveId" clId="{19C086CD-C07F-40BB-AFEC-D555B075BCB6}" dt="2026-10-07T09:59:07.020" v="61"/>
          <ac:graphicFrameMkLst>
            <pc:docMk/>
            <pc:sldMk cId="0" sldId="260"/>
            <ac:graphicFrameMk id="4" creationId="{00000000-0000-0000-0000-000000000000}"/>
          </ac:graphicFrameMkLst>
        </pc:graphicFrameChg>
      </pc:sldChg>
      <pc:sldChg chg="addSp modSp mod">
        <pc:chgData name="Prabha Vel Durai" userId="bed1108984a0dc02" providerId="LiveId" clId="{19C086CD-C07F-40BB-AFEC-D555B075BCB6}" dt="2026-10-07T10:04:42.608" v="347" actId="20577"/>
        <pc:sldMkLst>
          <pc:docMk/>
          <pc:sldMk cId="0" sldId="261"/>
        </pc:sldMkLst>
        <pc:spChg chg="add mod">
          <ac:chgData name="Prabha Vel Durai" userId="bed1108984a0dc02" providerId="LiveId" clId="{19C086CD-C07F-40BB-AFEC-D555B075BCB6}" dt="2026-10-07T10:04:42.608" v="347" actId="20577"/>
          <ac:spMkLst>
            <pc:docMk/>
            <pc:sldMk cId="0" sldId="261"/>
            <ac:spMk id="2" creationId="{74EE03E5-F31C-9E5C-AAC2-F8443DC79C5B}"/>
          </ac:spMkLst>
        </pc:spChg>
        <pc:graphicFrameChg chg="mod modGraphic">
          <ac:chgData name="Prabha Vel Durai" userId="bed1108984a0dc02" providerId="LiveId" clId="{19C086CD-C07F-40BB-AFEC-D555B075BCB6}" dt="2026-10-07T09:59:32.857" v="65" actId="1076"/>
          <ac:graphicFrameMkLst>
            <pc:docMk/>
            <pc:sldMk cId="0" sldId="261"/>
            <ac:graphicFrameMk id="6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03E7AB-6366-41E9-B2F0-49B037039F6C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532238D2-8C3E-47D6-8F30-189CA597CD62}">
      <dgm:prSet phldrT="[Text]" phldr="0"/>
      <dgm:spPr/>
      <dgm:t>
        <a:bodyPr/>
        <a:lstStyle/>
        <a:p>
          <a:r>
            <a:rPr lang="en-US" dirty="0"/>
            <a:t>USER</a:t>
          </a:r>
          <a:endParaRPr lang="en-IN" dirty="0"/>
        </a:p>
      </dgm:t>
    </dgm:pt>
    <dgm:pt modelId="{E01C435B-D490-475C-8FCA-31130A0CA883}" type="parTrans" cxnId="{8F0E94D0-ACA0-4CEF-9C52-DB4201ADF71B}">
      <dgm:prSet/>
      <dgm:spPr/>
      <dgm:t>
        <a:bodyPr/>
        <a:lstStyle/>
        <a:p>
          <a:endParaRPr lang="en-IN"/>
        </a:p>
      </dgm:t>
    </dgm:pt>
    <dgm:pt modelId="{23D42537-FDA1-4D46-89D4-CEDB3E0AEFCB}" type="sibTrans" cxnId="{8F0E94D0-ACA0-4CEF-9C52-DB4201ADF71B}">
      <dgm:prSet/>
      <dgm:spPr/>
      <dgm:t>
        <a:bodyPr/>
        <a:lstStyle/>
        <a:p>
          <a:endParaRPr lang="en-IN"/>
        </a:p>
      </dgm:t>
    </dgm:pt>
    <dgm:pt modelId="{504DE331-C82D-43A5-A1BE-EA570BC29387}">
      <dgm:prSet phldrT="[Text]" phldr="0"/>
      <dgm:spPr/>
      <dgm:t>
        <a:bodyPr/>
        <a:lstStyle/>
        <a:p>
          <a:r>
            <a:rPr lang="en-US" dirty="0"/>
            <a:t>INTERATION</a:t>
          </a:r>
          <a:endParaRPr lang="en-IN" dirty="0"/>
        </a:p>
      </dgm:t>
    </dgm:pt>
    <dgm:pt modelId="{2C30DF0D-6C21-4FD1-AECC-4B4329E68D85}" type="parTrans" cxnId="{72EAAD95-E2A5-41D9-B34C-A8CF8A869514}">
      <dgm:prSet/>
      <dgm:spPr/>
      <dgm:t>
        <a:bodyPr/>
        <a:lstStyle/>
        <a:p>
          <a:endParaRPr lang="en-IN"/>
        </a:p>
      </dgm:t>
    </dgm:pt>
    <dgm:pt modelId="{8A110784-3044-4293-88AD-8264417A0702}" type="sibTrans" cxnId="{72EAAD95-E2A5-41D9-B34C-A8CF8A869514}">
      <dgm:prSet/>
      <dgm:spPr/>
      <dgm:t>
        <a:bodyPr/>
        <a:lstStyle/>
        <a:p>
          <a:endParaRPr lang="en-IN"/>
        </a:p>
      </dgm:t>
    </dgm:pt>
    <dgm:pt modelId="{83A8AB2F-2DD8-456A-9A93-71CC5868B03B}">
      <dgm:prSet phldrT="[Text]" phldr="0"/>
      <dgm:spPr/>
      <dgm:t>
        <a:bodyPr/>
        <a:lstStyle/>
        <a:p>
          <a:r>
            <a:rPr lang="en-US" dirty="0"/>
            <a:t>TELEMETRY</a:t>
          </a:r>
          <a:endParaRPr lang="en-IN" dirty="0"/>
        </a:p>
      </dgm:t>
    </dgm:pt>
    <dgm:pt modelId="{B5F38CB6-6C0A-474E-B020-E2FF8FB1DA8E}" type="parTrans" cxnId="{0523EC15-DDC4-4984-91A0-DEFC4ED7DBB3}">
      <dgm:prSet/>
      <dgm:spPr/>
      <dgm:t>
        <a:bodyPr/>
        <a:lstStyle/>
        <a:p>
          <a:endParaRPr lang="en-IN"/>
        </a:p>
      </dgm:t>
    </dgm:pt>
    <dgm:pt modelId="{14B36E33-D851-4EF3-834D-C4B45B4284D2}" type="sibTrans" cxnId="{0523EC15-DDC4-4984-91A0-DEFC4ED7DBB3}">
      <dgm:prSet/>
      <dgm:spPr/>
      <dgm:t>
        <a:bodyPr/>
        <a:lstStyle/>
        <a:p>
          <a:endParaRPr lang="en-IN"/>
        </a:p>
      </dgm:t>
    </dgm:pt>
    <dgm:pt modelId="{DB57260D-0408-4E2E-8563-BD22417F7493}">
      <dgm:prSet phldrT="[Text]" phldr="0"/>
      <dgm:spPr/>
      <dgm:t>
        <a:bodyPr/>
        <a:lstStyle/>
        <a:p>
          <a:r>
            <a:rPr lang="en-US" dirty="0"/>
            <a:t>FRICTION SCORE</a:t>
          </a:r>
          <a:endParaRPr lang="en-IN" dirty="0"/>
        </a:p>
      </dgm:t>
    </dgm:pt>
    <dgm:pt modelId="{470165FA-FDA7-43FC-BE87-83744DDB4C4A}" type="parTrans" cxnId="{0E4C308D-3CAF-4D81-A574-F0CFDD4A9801}">
      <dgm:prSet/>
      <dgm:spPr/>
      <dgm:t>
        <a:bodyPr/>
        <a:lstStyle/>
        <a:p>
          <a:endParaRPr lang="en-IN"/>
        </a:p>
      </dgm:t>
    </dgm:pt>
    <dgm:pt modelId="{EC891FAF-F4AB-4508-B02A-34F8FB906A4D}" type="sibTrans" cxnId="{0E4C308D-3CAF-4D81-A574-F0CFDD4A9801}">
      <dgm:prSet/>
      <dgm:spPr/>
      <dgm:t>
        <a:bodyPr/>
        <a:lstStyle/>
        <a:p>
          <a:endParaRPr lang="en-IN"/>
        </a:p>
      </dgm:t>
    </dgm:pt>
    <dgm:pt modelId="{28EA66B1-5EC8-47CA-9323-27F3D3766332}">
      <dgm:prSet phldrT="[Text]" phldr="0"/>
      <dgm:spPr/>
      <dgm:t>
        <a:bodyPr/>
        <a:lstStyle/>
        <a:p>
          <a:r>
            <a:rPr lang="en-US" dirty="0"/>
            <a:t>COGNITIVE LOAD</a:t>
          </a:r>
          <a:endParaRPr lang="en-IN" dirty="0"/>
        </a:p>
      </dgm:t>
    </dgm:pt>
    <dgm:pt modelId="{1F79287C-ECCE-46F1-A7E9-5ED13C1A53FB}" type="parTrans" cxnId="{94447723-73B2-4394-87A5-FBCB2FC63243}">
      <dgm:prSet/>
      <dgm:spPr/>
      <dgm:t>
        <a:bodyPr/>
        <a:lstStyle/>
        <a:p>
          <a:endParaRPr lang="en-IN"/>
        </a:p>
      </dgm:t>
    </dgm:pt>
    <dgm:pt modelId="{50E43567-2DA5-4160-948F-DFBB3394BB52}" type="sibTrans" cxnId="{94447723-73B2-4394-87A5-FBCB2FC63243}">
      <dgm:prSet/>
      <dgm:spPr/>
      <dgm:t>
        <a:bodyPr/>
        <a:lstStyle/>
        <a:p>
          <a:endParaRPr lang="en-IN"/>
        </a:p>
      </dgm:t>
    </dgm:pt>
    <dgm:pt modelId="{CE9AB5E3-7901-4AD8-A3B6-923E103162D9}">
      <dgm:prSet phldrT="[Text]" phldr="0"/>
      <dgm:spPr/>
      <dgm:t>
        <a:bodyPr/>
        <a:lstStyle/>
        <a:p>
          <a:r>
            <a:rPr lang="en-US" dirty="0"/>
            <a:t>WEBSOCKET</a:t>
          </a:r>
          <a:endParaRPr lang="en-IN" dirty="0"/>
        </a:p>
      </dgm:t>
    </dgm:pt>
    <dgm:pt modelId="{87518119-B1FB-42AB-B42D-22AA4ED17D46}" type="parTrans" cxnId="{3ED98637-9EC9-4B1E-9299-9BF18FF54B9D}">
      <dgm:prSet/>
      <dgm:spPr/>
      <dgm:t>
        <a:bodyPr/>
        <a:lstStyle/>
        <a:p>
          <a:endParaRPr lang="en-IN"/>
        </a:p>
      </dgm:t>
    </dgm:pt>
    <dgm:pt modelId="{4E501C57-E34A-432F-983B-79F3659FD881}" type="sibTrans" cxnId="{3ED98637-9EC9-4B1E-9299-9BF18FF54B9D}">
      <dgm:prSet/>
      <dgm:spPr/>
      <dgm:t>
        <a:bodyPr/>
        <a:lstStyle/>
        <a:p>
          <a:endParaRPr lang="en-IN"/>
        </a:p>
      </dgm:t>
    </dgm:pt>
    <dgm:pt modelId="{07926994-BFF0-4351-A4DD-7C6AA4D46FAC}">
      <dgm:prSet phldrT="[Text]" phldr="0"/>
      <dgm:spPr/>
      <dgm:t>
        <a:bodyPr/>
        <a:lstStyle/>
        <a:p>
          <a:r>
            <a:rPr lang="en-US" dirty="0"/>
            <a:t>DECISION ENGINE</a:t>
          </a:r>
          <a:endParaRPr lang="en-IN" dirty="0"/>
        </a:p>
      </dgm:t>
    </dgm:pt>
    <dgm:pt modelId="{DA4118E9-F8AE-4194-B9AE-368144F9B248}" type="parTrans" cxnId="{D66A5412-DA41-4BC1-98C4-E3F4164BA403}">
      <dgm:prSet/>
      <dgm:spPr/>
      <dgm:t>
        <a:bodyPr/>
        <a:lstStyle/>
        <a:p>
          <a:endParaRPr lang="en-IN"/>
        </a:p>
      </dgm:t>
    </dgm:pt>
    <dgm:pt modelId="{3CD9FC4E-1CF4-4CDC-9B12-2FA2F20FFA36}" type="sibTrans" cxnId="{D66A5412-DA41-4BC1-98C4-E3F4164BA403}">
      <dgm:prSet/>
      <dgm:spPr/>
      <dgm:t>
        <a:bodyPr/>
        <a:lstStyle/>
        <a:p>
          <a:endParaRPr lang="en-IN"/>
        </a:p>
      </dgm:t>
    </dgm:pt>
    <dgm:pt modelId="{F852B141-86C6-4871-BEAB-E6ED34EEC7C7}">
      <dgm:prSet phldrT="[Text]" phldr="0"/>
      <dgm:spPr/>
      <dgm:t>
        <a:bodyPr/>
        <a:lstStyle/>
        <a:p>
          <a:r>
            <a:rPr lang="en-US" dirty="0"/>
            <a:t>GAN AI</a:t>
          </a:r>
          <a:endParaRPr lang="en-IN" dirty="0"/>
        </a:p>
      </dgm:t>
    </dgm:pt>
    <dgm:pt modelId="{73DA66FF-91A9-491E-9171-64BE6223C3B0}" type="parTrans" cxnId="{1141A057-FB30-4E54-8D67-CC32156F75F7}">
      <dgm:prSet/>
      <dgm:spPr/>
      <dgm:t>
        <a:bodyPr/>
        <a:lstStyle/>
        <a:p>
          <a:endParaRPr lang="en-IN"/>
        </a:p>
      </dgm:t>
    </dgm:pt>
    <dgm:pt modelId="{7052F91F-2DC3-4186-A51F-BB381C42E60B}" type="sibTrans" cxnId="{1141A057-FB30-4E54-8D67-CC32156F75F7}">
      <dgm:prSet/>
      <dgm:spPr/>
      <dgm:t>
        <a:bodyPr/>
        <a:lstStyle/>
        <a:p>
          <a:endParaRPr lang="en-IN"/>
        </a:p>
      </dgm:t>
    </dgm:pt>
    <dgm:pt modelId="{92CA35A2-9F18-4AAE-81B8-B2C5E7D1CC28}">
      <dgm:prSet phldrT="[Text]" phldr="0"/>
      <dgm:spPr/>
      <dgm:t>
        <a:bodyPr/>
        <a:lstStyle/>
        <a:p>
          <a:r>
            <a:rPr lang="en-US" dirty="0"/>
            <a:t>AST VALIDATION</a:t>
          </a:r>
          <a:endParaRPr lang="en-IN" dirty="0"/>
        </a:p>
      </dgm:t>
    </dgm:pt>
    <dgm:pt modelId="{A1C7739B-CEAD-42B4-93DE-4335A96A70CE}" type="parTrans" cxnId="{B111DDB1-D296-4E18-9273-24118C7B9D53}">
      <dgm:prSet/>
      <dgm:spPr/>
      <dgm:t>
        <a:bodyPr/>
        <a:lstStyle/>
        <a:p>
          <a:endParaRPr lang="en-IN"/>
        </a:p>
      </dgm:t>
    </dgm:pt>
    <dgm:pt modelId="{B5382871-6F79-49C4-B6A3-5012D982BD4F}" type="sibTrans" cxnId="{B111DDB1-D296-4E18-9273-24118C7B9D53}">
      <dgm:prSet/>
      <dgm:spPr/>
      <dgm:t>
        <a:bodyPr/>
        <a:lstStyle/>
        <a:p>
          <a:endParaRPr lang="en-IN"/>
        </a:p>
      </dgm:t>
    </dgm:pt>
    <dgm:pt modelId="{CD233C45-133A-4089-BC8A-383117D39559}">
      <dgm:prSet phldrT="[Text]" phldr="0"/>
      <dgm:spPr/>
      <dgm:t>
        <a:bodyPr/>
        <a:lstStyle/>
        <a:p>
          <a:r>
            <a:rPr lang="en-US"/>
            <a:t>PLAN VALIDATION</a:t>
          </a:r>
          <a:endParaRPr lang="en-IN" dirty="0"/>
        </a:p>
      </dgm:t>
    </dgm:pt>
    <dgm:pt modelId="{F51600CF-5723-4B0C-AF20-1DDBAA90268A}" type="parTrans" cxnId="{D45F13CF-5A2B-433E-AEA4-72149F4510FD}">
      <dgm:prSet/>
      <dgm:spPr/>
      <dgm:t>
        <a:bodyPr/>
        <a:lstStyle/>
        <a:p>
          <a:endParaRPr lang="en-IN"/>
        </a:p>
      </dgm:t>
    </dgm:pt>
    <dgm:pt modelId="{2D89E9ED-D61B-43E4-9192-E27A8D73772E}" type="sibTrans" cxnId="{D45F13CF-5A2B-433E-AEA4-72149F4510FD}">
      <dgm:prSet/>
      <dgm:spPr/>
      <dgm:t>
        <a:bodyPr/>
        <a:lstStyle/>
        <a:p>
          <a:endParaRPr lang="en-IN"/>
        </a:p>
      </dgm:t>
    </dgm:pt>
    <dgm:pt modelId="{F570D1AC-CBDC-4DE8-AD7B-56C213FECDEE}">
      <dgm:prSet phldrT="[Text]" phldr="0"/>
      <dgm:spPr/>
      <dgm:t>
        <a:bodyPr/>
        <a:lstStyle/>
        <a:p>
          <a:r>
            <a:rPr lang="en-US" dirty="0"/>
            <a:t>ADAPTATION TRIGGER</a:t>
          </a:r>
          <a:endParaRPr lang="en-IN" dirty="0"/>
        </a:p>
      </dgm:t>
    </dgm:pt>
    <dgm:pt modelId="{35DF69BC-FA7F-4754-9CA2-A7EADFB98FC9}" type="parTrans" cxnId="{23C800EF-40C5-459D-8FAE-4C6261F13520}">
      <dgm:prSet/>
      <dgm:spPr/>
      <dgm:t>
        <a:bodyPr/>
        <a:lstStyle/>
        <a:p>
          <a:endParaRPr lang="en-IN"/>
        </a:p>
      </dgm:t>
    </dgm:pt>
    <dgm:pt modelId="{CACCBA22-9208-41A7-BDB0-E5CB8D9D86F4}" type="sibTrans" cxnId="{23C800EF-40C5-459D-8FAE-4C6261F13520}">
      <dgm:prSet/>
      <dgm:spPr/>
      <dgm:t>
        <a:bodyPr/>
        <a:lstStyle/>
        <a:p>
          <a:endParaRPr lang="en-IN"/>
        </a:p>
      </dgm:t>
    </dgm:pt>
    <dgm:pt modelId="{2D1393F3-B385-49DA-B46B-185281402487}">
      <dgm:prSet phldrT="[Text]" phldr="0"/>
      <dgm:spPr/>
      <dgm:t>
        <a:bodyPr/>
        <a:lstStyle/>
        <a:p>
          <a:r>
            <a:rPr lang="en-US"/>
            <a:t>SELF-HEALING UI</a:t>
          </a:r>
          <a:endParaRPr lang="en-IN" dirty="0"/>
        </a:p>
      </dgm:t>
    </dgm:pt>
    <dgm:pt modelId="{E23BA18E-560D-49E0-9F50-CC1EAE8EDA7C}" type="parTrans" cxnId="{85371D05-8F15-4053-BC0A-F1B469FF1C94}">
      <dgm:prSet/>
      <dgm:spPr/>
      <dgm:t>
        <a:bodyPr/>
        <a:lstStyle/>
        <a:p>
          <a:endParaRPr lang="en-IN"/>
        </a:p>
      </dgm:t>
    </dgm:pt>
    <dgm:pt modelId="{B31C7E94-C7F5-40F2-9E6C-5B0ABEA47A32}" type="sibTrans" cxnId="{85371D05-8F15-4053-BC0A-F1B469FF1C94}">
      <dgm:prSet/>
      <dgm:spPr/>
      <dgm:t>
        <a:bodyPr/>
        <a:lstStyle/>
        <a:p>
          <a:endParaRPr lang="en-IN"/>
        </a:p>
      </dgm:t>
    </dgm:pt>
    <dgm:pt modelId="{8C09E474-FA9B-44D9-AC28-83528C3BF4AB}" type="pres">
      <dgm:prSet presAssocID="{8E03E7AB-6366-41E9-B2F0-49B037039F6C}" presName="Name0" presStyleCnt="0">
        <dgm:presLayoutVars>
          <dgm:dir/>
          <dgm:resizeHandles/>
        </dgm:presLayoutVars>
      </dgm:prSet>
      <dgm:spPr/>
    </dgm:pt>
    <dgm:pt modelId="{A66F9D9A-FAF4-45D2-8C49-BFB6ADFB9A9E}" type="pres">
      <dgm:prSet presAssocID="{532238D2-8C3E-47D6-8F30-189CA597CD62}" presName="compNode" presStyleCnt="0"/>
      <dgm:spPr/>
    </dgm:pt>
    <dgm:pt modelId="{272B332E-E8EB-412D-A74C-BC1199CE7A7D}" type="pres">
      <dgm:prSet presAssocID="{532238D2-8C3E-47D6-8F30-189CA597CD62}" presName="dummyConnPt" presStyleCnt="0"/>
      <dgm:spPr/>
    </dgm:pt>
    <dgm:pt modelId="{F83656F3-972D-40E6-AC2D-2D4389ECA52C}" type="pres">
      <dgm:prSet presAssocID="{532238D2-8C3E-47D6-8F30-189CA597CD62}" presName="node" presStyleLbl="node1" presStyleIdx="0" presStyleCnt="12">
        <dgm:presLayoutVars>
          <dgm:bulletEnabled val="1"/>
        </dgm:presLayoutVars>
      </dgm:prSet>
      <dgm:spPr/>
    </dgm:pt>
    <dgm:pt modelId="{4488339A-AF0A-4C26-8249-841A6EDB46B0}" type="pres">
      <dgm:prSet presAssocID="{23D42537-FDA1-4D46-89D4-CEDB3E0AEFCB}" presName="sibTrans" presStyleLbl="bgSibTrans2D1" presStyleIdx="0" presStyleCnt="11"/>
      <dgm:spPr/>
    </dgm:pt>
    <dgm:pt modelId="{AD45C68D-30BB-4726-B903-A70652C04CCB}" type="pres">
      <dgm:prSet presAssocID="{504DE331-C82D-43A5-A1BE-EA570BC29387}" presName="compNode" presStyleCnt="0"/>
      <dgm:spPr/>
    </dgm:pt>
    <dgm:pt modelId="{1703623D-A71B-4967-89F7-4ACF6BFA871E}" type="pres">
      <dgm:prSet presAssocID="{504DE331-C82D-43A5-A1BE-EA570BC29387}" presName="dummyConnPt" presStyleCnt="0"/>
      <dgm:spPr/>
    </dgm:pt>
    <dgm:pt modelId="{52B67FAD-3C6C-4630-99FE-70519307DCB5}" type="pres">
      <dgm:prSet presAssocID="{504DE331-C82D-43A5-A1BE-EA570BC29387}" presName="node" presStyleLbl="node1" presStyleIdx="1" presStyleCnt="12">
        <dgm:presLayoutVars>
          <dgm:bulletEnabled val="1"/>
        </dgm:presLayoutVars>
      </dgm:prSet>
      <dgm:spPr/>
    </dgm:pt>
    <dgm:pt modelId="{69D5BE91-E880-4450-9018-5DC527E4DEDC}" type="pres">
      <dgm:prSet presAssocID="{8A110784-3044-4293-88AD-8264417A0702}" presName="sibTrans" presStyleLbl="bgSibTrans2D1" presStyleIdx="1" presStyleCnt="11"/>
      <dgm:spPr/>
    </dgm:pt>
    <dgm:pt modelId="{2D82DDDF-75FB-4538-9A44-85B4158F4D36}" type="pres">
      <dgm:prSet presAssocID="{83A8AB2F-2DD8-456A-9A93-71CC5868B03B}" presName="compNode" presStyleCnt="0"/>
      <dgm:spPr/>
    </dgm:pt>
    <dgm:pt modelId="{66B80FCC-56FC-4886-8610-899ABFEB6862}" type="pres">
      <dgm:prSet presAssocID="{83A8AB2F-2DD8-456A-9A93-71CC5868B03B}" presName="dummyConnPt" presStyleCnt="0"/>
      <dgm:spPr/>
    </dgm:pt>
    <dgm:pt modelId="{F1EE1A72-3418-4646-A692-DD3B3A1E7F6D}" type="pres">
      <dgm:prSet presAssocID="{83A8AB2F-2DD8-456A-9A93-71CC5868B03B}" presName="node" presStyleLbl="node1" presStyleIdx="2" presStyleCnt="12">
        <dgm:presLayoutVars>
          <dgm:bulletEnabled val="1"/>
        </dgm:presLayoutVars>
      </dgm:prSet>
      <dgm:spPr/>
    </dgm:pt>
    <dgm:pt modelId="{974EF221-AAD4-4479-87D8-7B1DEE135B14}" type="pres">
      <dgm:prSet presAssocID="{14B36E33-D851-4EF3-834D-C4B45B4284D2}" presName="sibTrans" presStyleLbl="bgSibTrans2D1" presStyleIdx="2" presStyleCnt="11"/>
      <dgm:spPr/>
    </dgm:pt>
    <dgm:pt modelId="{C6ECAEE4-22DD-4FD3-AFC2-47A7F4A1EB54}" type="pres">
      <dgm:prSet presAssocID="{DB57260D-0408-4E2E-8563-BD22417F7493}" presName="compNode" presStyleCnt="0"/>
      <dgm:spPr/>
    </dgm:pt>
    <dgm:pt modelId="{BF40F4C1-ECFC-462D-BDA7-5DF43062F578}" type="pres">
      <dgm:prSet presAssocID="{DB57260D-0408-4E2E-8563-BD22417F7493}" presName="dummyConnPt" presStyleCnt="0"/>
      <dgm:spPr/>
    </dgm:pt>
    <dgm:pt modelId="{53849C33-E228-4DCD-824C-288E2533F3DC}" type="pres">
      <dgm:prSet presAssocID="{DB57260D-0408-4E2E-8563-BD22417F7493}" presName="node" presStyleLbl="node1" presStyleIdx="3" presStyleCnt="12">
        <dgm:presLayoutVars>
          <dgm:bulletEnabled val="1"/>
        </dgm:presLayoutVars>
      </dgm:prSet>
      <dgm:spPr/>
    </dgm:pt>
    <dgm:pt modelId="{45244466-F277-456F-89A1-DFA7D0B99049}" type="pres">
      <dgm:prSet presAssocID="{EC891FAF-F4AB-4508-B02A-34F8FB906A4D}" presName="sibTrans" presStyleLbl="bgSibTrans2D1" presStyleIdx="3" presStyleCnt="11"/>
      <dgm:spPr/>
    </dgm:pt>
    <dgm:pt modelId="{76AB6D25-C0F4-470F-B25A-A4048722D3EC}" type="pres">
      <dgm:prSet presAssocID="{28EA66B1-5EC8-47CA-9323-27F3D3766332}" presName="compNode" presStyleCnt="0"/>
      <dgm:spPr/>
    </dgm:pt>
    <dgm:pt modelId="{CEB1B855-D1A7-461A-9892-82AABEB4FAA2}" type="pres">
      <dgm:prSet presAssocID="{28EA66B1-5EC8-47CA-9323-27F3D3766332}" presName="dummyConnPt" presStyleCnt="0"/>
      <dgm:spPr/>
    </dgm:pt>
    <dgm:pt modelId="{725BED9F-9021-4573-9FE4-C1439FF9DD45}" type="pres">
      <dgm:prSet presAssocID="{28EA66B1-5EC8-47CA-9323-27F3D3766332}" presName="node" presStyleLbl="node1" presStyleIdx="4" presStyleCnt="12">
        <dgm:presLayoutVars>
          <dgm:bulletEnabled val="1"/>
        </dgm:presLayoutVars>
      </dgm:prSet>
      <dgm:spPr/>
    </dgm:pt>
    <dgm:pt modelId="{3DC01944-9B13-4E3A-A785-2F59DF3BC203}" type="pres">
      <dgm:prSet presAssocID="{50E43567-2DA5-4160-948F-DFBB3394BB52}" presName="sibTrans" presStyleLbl="bgSibTrans2D1" presStyleIdx="4" presStyleCnt="11"/>
      <dgm:spPr/>
    </dgm:pt>
    <dgm:pt modelId="{49488A2A-C675-44A0-828A-FA5DFAFAA9AC}" type="pres">
      <dgm:prSet presAssocID="{CE9AB5E3-7901-4AD8-A3B6-923E103162D9}" presName="compNode" presStyleCnt="0"/>
      <dgm:spPr/>
    </dgm:pt>
    <dgm:pt modelId="{740A1A01-CD96-43E5-B5B3-03AF4F2E54B2}" type="pres">
      <dgm:prSet presAssocID="{CE9AB5E3-7901-4AD8-A3B6-923E103162D9}" presName="dummyConnPt" presStyleCnt="0"/>
      <dgm:spPr/>
    </dgm:pt>
    <dgm:pt modelId="{DAAF64C5-3E03-48AE-990A-9A10EA147B20}" type="pres">
      <dgm:prSet presAssocID="{CE9AB5E3-7901-4AD8-A3B6-923E103162D9}" presName="node" presStyleLbl="node1" presStyleIdx="5" presStyleCnt="12">
        <dgm:presLayoutVars>
          <dgm:bulletEnabled val="1"/>
        </dgm:presLayoutVars>
      </dgm:prSet>
      <dgm:spPr/>
    </dgm:pt>
    <dgm:pt modelId="{5B9BD511-C794-44FB-87A3-BD3E1E4593A6}" type="pres">
      <dgm:prSet presAssocID="{4E501C57-E34A-432F-983B-79F3659FD881}" presName="sibTrans" presStyleLbl="bgSibTrans2D1" presStyleIdx="5" presStyleCnt="11"/>
      <dgm:spPr/>
    </dgm:pt>
    <dgm:pt modelId="{92FC1AA6-BFC1-4C02-AFE2-D4BCC3C8B79D}" type="pres">
      <dgm:prSet presAssocID="{07926994-BFF0-4351-A4DD-7C6AA4D46FAC}" presName="compNode" presStyleCnt="0"/>
      <dgm:spPr/>
    </dgm:pt>
    <dgm:pt modelId="{E6F69B26-1F12-4D82-AC52-F3FAA176123E}" type="pres">
      <dgm:prSet presAssocID="{07926994-BFF0-4351-A4DD-7C6AA4D46FAC}" presName="dummyConnPt" presStyleCnt="0"/>
      <dgm:spPr/>
    </dgm:pt>
    <dgm:pt modelId="{EC16488A-4BBE-429F-94CF-477F7441E5C9}" type="pres">
      <dgm:prSet presAssocID="{07926994-BFF0-4351-A4DD-7C6AA4D46FAC}" presName="node" presStyleLbl="node1" presStyleIdx="6" presStyleCnt="12">
        <dgm:presLayoutVars>
          <dgm:bulletEnabled val="1"/>
        </dgm:presLayoutVars>
      </dgm:prSet>
      <dgm:spPr/>
    </dgm:pt>
    <dgm:pt modelId="{DFF9CE82-9D0C-4D28-ACEE-9C68C1FAA45E}" type="pres">
      <dgm:prSet presAssocID="{3CD9FC4E-1CF4-4CDC-9B12-2FA2F20FFA36}" presName="sibTrans" presStyleLbl="bgSibTrans2D1" presStyleIdx="6" presStyleCnt="11"/>
      <dgm:spPr/>
    </dgm:pt>
    <dgm:pt modelId="{E38AFD73-F590-441D-9E0E-B21A7A9698CD}" type="pres">
      <dgm:prSet presAssocID="{F852B141-86C6-4871-BEAB-E6ED34EEC7C7}" presName="compNode" presStyleCnt="0"/>
      <dgm:spPr/>
    </dgm:pt>
    <dgm:pt modelId="{36D49847-D48B-40E8-BFA9-22E721B754C3}" type="pres">
      <dgm:prSet presAssocID="{F852B141-86C6-4871-BEAB-E6ED34EEC7C7}" presName="dummyConnPt" presStyleCnt="0"/>
      <dgm:spPr/>
    </dgm:pt>
    <dgm:pt modelId="{51B9C04E-7027-4691-AB02-0CAF6919A625}" type="pres">
      <dgm:prSet presAssocID="{F852B141-86C6-4871-BEAB-E6ED34EEC7C7}" presName="node" presStyleLbl="node1" presStyleIdx="7" presStyleCnt="12">
        <dgm:presLayoutVars>
          <dgm:bulletEnabled val="1"/>
        </dgm:presLayoutVars>
      </dgm:prSet>
      <dgm:spPr/>
    </dgm:pt>
    <dgm:pt modelId="{5D224C09-6BAA-4D49-A98E-4282D430602F}" type="pres">
      <dgm:prSet presAssocID="{7052F91F-2DC3-4186-A51F-BB381C42E60B}" presName="sibTrans" presStyleLbl="bgSibTrans2D1" presStyleIdx="7" presStyleCnt="11"/>
      <dgm:spPr/>
    </dgm:pt>
    <dgm:pt modelId="{DB6D4E94-FB49-490A-BB2E-9FBC6C82E3A9}" type="pres">
      <dgm:prSet presAssocID="{92CA35A2-9F18-4AAE-81B8-B2C5E7D1CC28}" presName="compNode" presStyleCnt="0"/>
      <dgm:spPr/>
    </dgm:pt>
    <dgm:pt modelId="{DB0E8E2D-A805-4E94-AC07-7504F373C582}" type="pres">
      <dgm:prSet presAssocID="{92CA35A2-9F18-4AAE-81B8-B2C5E7D1CC28}" presName="dummyConnPt" presStyleCnt="0"/>
      <dgm:spPr/>
    </dgm:pt>
    <dgm:pt modelId="{2C4FFA30-7531-427E-A371-CE0DC8BDFA76}" type="pres">
      <dgm:prSet presAssocID="{92CA35A2-9F18-4AAE-81B8-B2C5E7D1CC28}" presName="node" presStyleLbl="node1" presStyleIdx="8" presStyleCnt="12">
        <dgm:presLayoutVars>
          <dgm:bulletEnabled val="1"/>
        </dgm:presLayoutVars>
      </dgm:prSet>
      <dgm:spPr/>
    </dgm:pt>
    <dgm:pt modelId="{6DBAE5DB-2626-43EC-8F17-E2E634408BEB}" type="pres">
      <dgm:prSet presAssocID="{B5382871-6F79-49C4-B6A3-5012D982BD4F}" presName="sibTrans" presStyleLbl="bgSibTrans2D1" presStyleIdx="8" presStyleCnt="11"/>
      <dgm:spPr/>
    </dgm:pt>
    <dgm:pt modelId="{6CB63977-E1F0-42BC-A06D-EAACD3E06462}" type="pres">
      <dgm:prSet presAssocID="{CD233C45-133A-4089-BC8A-383117D39559}" presName="compNode" presStyleCnt="0"/>
      <dgm:spPr/>
    </dgm:pt>
    <dgm:pt modelId="{7F20BC2D-AE5B-44C0-997F-137CB3988A4B}" type="pres">
      <dgm:prSet presAssocID="{CD233C45-133A-4089-BC8A-383117D39559}" presName="dummyConnPt" presStyleCnt="0"/>
      <dgm:spPr/>
    </dgm:pt>
    <dgm:pt modelId="{28D21C44-84D4-4DD2-8114-5F21D17CFBB4}" type="pres">
      <dgm:prSet presAssocID="{CD233C45-133A-4089-BC8A-383117D39559}" presName="node" presStyleLbl="node1" presStyleIdx="9" presStyleCnt="12">
        <dgm:presLayoutVars>
          <dgm:bulletEnabled val="1"/>
        </dgm:presLayoutVars>
      </dgm:prSet>
      <dgm:spPr/>
    </dgm:pt>
    <dgm:pt modelId="{8D8EEF47-0CDE-4CB6-B5E5-CCE97825134F}" type="pres">
      <dgm:prSet presAssocID="{2D89E9ED-D61B-43E4-9192-E27A8D73772E}" presName="sibTrans" presStyleLbl="bgSibTrans2D1" presStyleIdx="9" presStyleCnt="11"/>
      <dgm:spPr/>
    </dgm:pt>
    <dgm:pt modelId="{C30E6194-2299-4CB5-B3D4-17A4F4BD1EF2}" type="pres">
      <dgm:prSet presAssocID="{F570D1AC-CBDC-4DE8-AD7B-56C213FECDEE}" presName="compNode" presStyleCnt="0"/>
      <dgm:spPr/>
    </dgm:pt>
    <dgm:pt modelId="{9FA85AE8-5F70-4F3D-9456-4D8D7113FEDC}" type="pres">
      <dgm:prSet presAssocID="{F570D1AC-CBDC-4DE8-AD7B-56C213FECDEE}" presName="dummyConnPt" presStyleCnt="0"/>
      <dgm:spPr/>
    </dgm:pt>
    <dgm:pt modelId="{F46746A1-22C3-4B68-904C-8653DA1C0C54}" type="pres">
      <dgm:prSet presAssocID="{F570D1AC-CBDC-4DE8-AD7B-56C213FECDEE}" presName="node" presStyleLbl="node1" presStyleIdx="10" presStyleCnt="12">
        <dgm:presLayoutVars>
          <dgm:bulletEnabled val="1"/>
        </dgm:presLayoutVars>
      </dgm:prSet>
      <dgm:spPr/>
    </dgm:pt>
    <dgm:pt modelId="{95EEF692-EB93-4651-8758-F9CC59806012}" type="pres">
      <dgm:prSet presAssocID="{CACCBA22-9208-41A7-BDB0-E5CB8D9D86F4}" presName="sibTrans" presStyleLbl="bgSibTrans2D1" presStyleIdx="10" presStyleCnt="11"/>
      <dgm:spPr/>
    </dgm:pt>
    <dgm:pt modelId="{ED288C7D-D0CD-4928-97E6-A8BF1907DF15}" type="pres">
      <dgm:prSet presAssocID="{2D1393F3-B385-49DA-B46B-185281402487}" presName="compNode" presStyleCnt="0"/>
      <dgm:spPr/>
    </dgm:pt>
    <dgm:pt modelId="{CCB43B8D-98B7-4E33-9C9A-52D27194853A}" type="pres">
      <dgm:prSet presAssocID="{2D1393F3-B385-49DA-B46B-185281402487}" presName="dummyConnPt" presStyleCnt="0"/>
      <dgm:spPr/>
    </dgm:pt>
    <dgm:pt modelId="{1B9AEEAD-FF58-413E-8B71-44B3A028C544}" type="pres">
      <dgm:prSet presAssocID="{2D1393F3-B385-49DA-B46B-185281402487}" presName="node" presStyleLbl="node1" presStyleIdx="11" presStyleCnt="12">
        <dgm:presLayoutVars>
          <dgm:bulletEnabled val="1"/>
        </dgm:presLayoutVars>
      </dgm:prSet>
      <dgm:spPr/>
    </dgm:pt>
  </dgm:ptLst>
  <dgm:cxnLst>
    <dgm:cxn modelId="{85371D05-8F15-4053-BC0A-F1B469FF1C94}" srcId="{8E03E7AB-6366-41E9-B2F0-49B037039F6C}" destId="{2D1393F3-B385-49DA-B46B-185281402487}" srcOrd="11" destOrd="0" parTransId="{E23BA18E-560D-49E0-9F50-CC1EAE8EDA7C}" sibTransId="{B31C7E94-C7F5-40F2-9E6C-5B0ABEA47A32}"/>
    <dgm:cxn modelId="{9A1CF50B-034A-410D-8956-95247E57C42F}" type="presOf" srcId="{F570D1AC-CBDC-4DE8-AD7B-56C213FECDEE}" destId="{F46746A1-22C3-4B68-904C-8653DA1C0C54}" srcOrd="0" destOrd="0" presId="urn:microsoft.com/office/officeart/2005/8/layout/bProcess4"/>
    <dgm:cxn modelId="{F5583F0C-4450-463D-89F0-218ED397F42D}" type="presOf" srcId="{504DE331-C82D-43A5-A1BE-EA570BC29387}" destId="{52B67FAD-3C6C-4630-99FE-70519307DCB5}" srcOrd="0" destOrd="0" presId="urn:microsoft.com/office/officeart/2005/8/layout/bProcess4"/>
    <dgm:cxn modelId="{D66A5412-DA41-4BC1-98C4-E3F4164BA403}" srcId="{8E03E7AB-6366-41E9-B2F0-49B037039F6C}" destId="{07926994-BFF0-4351-A4DD-7C6AA4D46FAC}" srcOrd="6" destOrd="0" parTransId="{DA4118E9-F8AE-4194-B9AE-368144F9B248}" sibTransId="{3CD9FC4E-1CF4-4CDC-9B12-2FA2F20FFA36}"/>
    <dgm:cxn modelId="{88E3B914-9261-4C3C-B97D-1850F9390D48}" type="presOf" srcId="{7052F91F-2DC3-4186-A51F-BB381C42E60B}" destId="{5D224C09-6BAA-4D49-A98E-4282D430602F}" srcOrd="0" destOrd="0" presId="urn:microsoft.com/office/officeart/2005/8/layout/bProcess4"/>
    <dgm:cxn modelId="{0523EC15-DDC4-4984-91A0-DEFC4ED7DBB3}" srcId="{8E03E7AB-6366-41E9-B2F0-49B037039F6C}" destId="{83A8AB2F-2DD8-456A-9A93-71CC5868B03B}" srcOrd="2" destOrd="0" parTransId="{B5F38CB6-6C0A-474E-B020-E2FF8FB1DA8E}" sibTransId="{14B36E33-D851-4EF3-834D-C4B45B4284D2}"/>
    <dgm:cxn modelId="{CC3F871C-847B-475D-830C-2BA91ECFE22B}" type="presOf" srcId="{83A8AB2F-2DD8-456A-9A93-71CC5868B03B}" destId="{F1EE1A72-3418-4646-A692-DD3B3A1E7F6D}" srcOrd="0" destOrd="0" presId="urn:microsoft.com/office/officeart/2005/8/layout/bProcess4"/>
    <dgm:cxn modelId="{94447723-73B2-4394-87A5-FBCB2FC63243}" srcId="{8E03E7AB-6366-41E9-B2F0-49B037039F6C}" destId="{28EA66B1-5EC8-47CA-9323-27F3D3766332}" srcOrd="4" destOrd="0" parTransId="{1F79287C-ECCE-46F1-A7E9-5ED13C1A53FB}" sibTransId="{50E43567-2DA5-4160-948F-DFBB3394BB52}"/>
    <dgm:cxn modelId="{7BB5E527-4D1C-4E59-A3D9-3BF895672BCB}" type="presOf" srcId="{50E43567-2DA5-4160-948F-DFBB3394BB52}" destId="{3DC01944-9B13-4E3A-A785-2F59DF3BC203}" srcOrd="0" destOrd="0" presId="urn:microsoft.com/office/officeart/2005/8/layout/bProcess4"/>
    <dgm:cxn modelId="{97E1DE2E-BF54-483C-98B4-5785EC6238E9}" type="presOf" srcId="{CD233C45-133A-4089-BC8A-383117D39559}" destId="{28D21C44-84D4-4DD2-8114-5F21D17CFBB4}" srcOrd="0" destOrd="0" presId="urn:microsoft.com/office/officeart/2005/8/layout/bProcess4"/>
    <dgm:cxn modelId="{4EEF2831-2644-4577-A5D8-94CB34455671}" type="presOf" srcId="{8E03E7AB-6366-41E9-B2F0-49B037039F6C}" destId="{8C09E474-FA9B-44D9-AC28-83528C3BF4AB}" srcOrd="0" destOrd="0" presId="urn:microsoft.com/office/officeart/2005/8/layout/bProcess4"/>
    <dgm:cxn modelId="{31CCF636-0E6A-4559-8FFB-8F948188B35B}" type="presOf" srcId="{2D1393F3-B385-49DA-B46B-185281402487}" destId="{1B9AEEAD-FF58-413E-8B71-44B3A028C544}" srcOrd="0" destOrd="0" presId="urn:microsoft.com/office/officeart/2005/8/layout/bProcess4"/>
    <dgm:cxn modelId="{3ED98637-9EC9-4B1E-9299-9BF18FF54B9D}" srcId="{8E03E7AB-6366-41E9-B2F0-49B037039F6C}" destId="{CE9AB5E3-7901-4AD8-A3B6-923E103162D9}" srcOrd="5" destOrd="0" parTransId="{87518119-B1FB-42AB-B42D-22AA4ED17D46}" sibTransId="{4E501C57-E34A-432F-983B-79F3659FD881}"/>
    <dgm:cxn modelId="{0AF67138-56F0-4BA9-9AF6-CC40AA3E8907}" type="presOf" srcId="{3CD9FC4E-1CF4-4CDC-9B12-2FA2F20FFA36}" destId="{DFF9CE82-9D0C-4D28-ACEE-9C68C1FAA45E}" srcOrd="0" destOrd="0" presId="urn:microsoft.com/office/officeart/2005/8/layout/bProcess4"/>
    <dgm:cxn modelId="{E13EA562-A2B6-43DF-B057-7499F9493651}" type="presOf" srcId="{DB57260D-0408-4E2E-8563-BD22417F7493}" destId="{53849C33-E228-4DCD-824C-288E2533F3DC}" srcOrd="0" destOrd="0" presId="urn:microsoft.com/office/officeart/2005/8/layout/bProcess4"/>
    <dgm:cxn modelId="{A26A5E67-438D-48CC-8769-A551932D7084}" type="presOf" srcId="{28EA66B1-5EC8-47CA-9323-27F3D3766332}" destId="{725BED9F-9021-4573-9FE4-C1439FF9DD45}" srcOrd="0" destOrd="0" presId="urn:microsoft.com/office/officeart/2005/8/layout/bProcess4"/>
    <dgm:cxn modelId="{4D8D9068-5D3B-4E6D-B7C2-91AD1A7269D5}" type="presOf" srcId="{2D89E9ED-D61B-43E4-9192-E27A8D73772E}" destId="{8D8EEF47-0CDE-4CB6-B5E5-CCE97825134F}" srcOrd="0" destOrd="0" presId="urn:microsoft.com/office/officeart/2005/8/layout/bProcess4"/>
    <dgm:cxn modelId="{13E9BC71-273E-4C9F-8ACF-677E7E3F5C31}" type="presOf" srcId="{B5382871-6F79-49C4-B6A3-5012D982BD4F}" destId="{6DBAE5DB-2626-43EC-8F17-E2E634408BEB}" srcOrd="0" destOrd="0" presId="urn:microsoft.com/office/officeart/2005/8/layout/bProcess4"/>
    <dgm:cxn modelId="{1141A057-FB30-4E54-8D67-CC32156F75F7}" srcId="{8E03E7AB-6366-41E9-B2F0-49B037039F6C}" destId="{F852B141-86C6-4871-BEAB-E6ED34EEC7C7}" srcOrd="7" destOrd="0" parTransId="{73DA66FF-91A9-491E-9171-64BE6223C3B0}" sibTransId="{7052F91F-2DC3-4186-A51F-BB381C42E60B}"/>
    <dgm:cxn modelId="{0F44E557-2315-4BDB-8932-13EBDCDB3876}" type="presOf" srcId="{CACCBA22-9208-41A7-BDB0-E5CB8D9D86F4}" destId="{95EEF692-EB93-4651-8758-F9CC59806012}" srcOrd="0" destOrd="0" presId="urn:microsoft.com/office/officeart/2005/8/layout/bProcess4"/>
    <dgm:cxn modelId="{BD91F681-3902-436D-864C-8AD0B2004C80}" type="presOf" srcId="{F852B141-86C6-4871-BEAB-E6ED34EEC7C7}" destId="{51B9C04E-7027-4691-AB02-0CAF6919A625}" srcOrd="0" destOrd="0" presId="urn:microsoft.com/office/officeart/2005/8/layout/bProcess4"/>
    <dgm:cxn modelId="{0E4C308D-3CAF-4D81-A574-F0CFDD4A9801}" srcId="{8E03E7AB-6366-41E9-B2F0-49B037039F6C}" destId="{DB57260D-0408-4E2E-8563-BD22417F7493}" srcOrd="3" destOrd="0" parTransId="{470165FA-FDA7-43FC-BE87-83744DDB4C4A}" sibTransId="{EC891FAF-F4AB-4508-B02A-34F8FB906A4D}"/>
    <dgm:cxn modelId="{72EAAD95-E2A5-41D9-B34C-A8CF8A869514}" srcId="{8E03E7AB-6366-41E9-B2F0-49B037039F6C}" destId="{504DE331-C82D-43A5-A1BE-EA570BC29387}" srcOrd="1" destOrd="0" parTransId="{2C30DF0D-6C21-4FD1-AECC-4B4329E68D85}" sibTransId="{8A110784-3044-4293-88AD-8264417A0702}"/>
    <dgm:cxn modelId="{5DB415A2-74BC-4830-B0DD-7AAB7F712710}" type="presOf" srcId="{EC891FAF-F4AB-4508-B02A-34F8FB906A4D}" destId="{45244466-F277-456F-89A1-DFA7D0B99049}" srcOrd="0" destOrd="0" presId="urn:microsoft.com/office/officeart/2005/8/layout/bProcess4"/>
    <dgm:cxn modelId="{22CAEAA5-4D1E-4C4C-8965-1911D0BFE5F4}" type="presOf" srcId="{23D42537-FDA1-4D46-89D4-CEDB3E0AEFCB}" destId="{4488339A-AF0A-4C26-8249-841A6EDB46B0}" srcOrd="0" destOrd="0" presId="urn:microsoft.com/office/officeart/2005/8/layout/bProcess4"/>
    <dgm:cxn modelId="{B111DDB1-D296-4E18-9273-24118C7B9D53}" srcId="{8E03E7AB-6366-41E9-B2F0-49B037039F6C}" destId="{92CA35A2-9F18-4AAE-81B8-B2C5E7D1CC28}" srcOrd="8" destOrd="0" parTransId="{A1C7739B-CEAD-42B4-93DE-4335A96A70CE}" sibTransId="{B5382871-6F79-49C4-B6A3-5012D982BD4F}"/>
    <dgm:cxn modelId="{FE1A1BB5-28C8-4FA4-B5A2-7906219D78E1}" type="presOf" srcId="{14B36E33-D851-4EF3-834D-C4B45B4284D2}" destId="{974EF221-AAD4-4479-87D8-7B1DEE135B14}" srcOrd="0" destOrd="0" presId="urn:microsoft.com/office/officeart/2005/8/layout/bProcess4"/>
    <dgm:cxn modelId="{A49B36CB-5866-4E44-9F41-E2D2E47E9C47}" type="presOf" srcId="{8A110784-3044-4293-88AD-8264417A0702}" destId="{69D5BE91-E880-4450-9018-5DC527E4DEDC}" srcOrd="0" destOrd="0" presId="urn:microsoft.com/office/officeart/2005/8/layout/bProcess4"/>
    <dgm:cxn modelId="{CC7500CF-49A3-435A-BCA5-E9E0CF0CE900}" type="presOf" srcId="{4E501C57-E34A-432F-983B-79F3659FD881}" destId="{5B9BD511-C794-44FB-87A3-BD3E1E4593A6}" srcOrd="0" destOrd="0" presId="urn:microsoft.com/office/officeart/2005/8/layout/bProcess4"/>
    <dgm:cxn modelId="{D45F13CF-5A2B-433E-AEA4-72149F4510FD}" srcId="{8E03E7AB-6366-41E9-B2F0-49B037039F6C}" destId="{CD233C45-133A-4089-BC8A-383117D39559}" srcOrd="9" destOrd="0" parTransId="{F51600CF-5723-4B0C-AF20-1DDBAA90268A}" sibTransId="{2D89E9ED-D61B-43E4-9192-E27A8D73772E}"/>
    <dgm:cxn modelId="{8F0E94D0-ACA0-4CEF-9C52-DB4201ADF71B}" srcId="{8E03E7AB-6366-41E9-B2F0-49B037039F6C}" destId="{532238D2-8C3E-47D6-8F30-189CA597CD62}" srcOrd="0" destOrd="0" parTransId="{E01C435B-D490-475C-8FCA-31130A0CA883}" sibTransId="{23D42537-FDA1-4D46-89D4-CEDB3E0AEFCB}"/>
    <dgm:cxn modelId="{478C48E3-E5CA-4425-9C7A-6704D0DE93E6}" type="presOf" srcId="{CE9AB5E3-7901-4AD8-A3B6-923E103162D9}" destId="{DAAF64C5-3E03-48AE-990A-9A10EA147B20}" srcOrd="0" destOrd="0" presId="urn:microsoft.com/office/officeart/2005/8/layout/bProcess4"/>
    <dgm:cxn modelId="{E7AED5EC-6983-4AF7-AF99-13996C95B701}" type="presOf" srcId="{92CA35A2-9F18-4AAE-81B8-B2C5E7D1CC28}" destId="{2C4FFA30-7531-427E-A371-CE0DC8BDFA76}" srcOrd="0" destOrd="0" presId="urn:microsoft.com/office/officeart/2005/8/layout/bProcess4"/>
    <dgm:cxn modelId="{23C800EF-40C5-459D-8FAE-4C6261F13520}" srcId="{8E03E7AB-6366-41E9-B2F0-49B037039F6C}" destId="{F570D1AC-CBDC-4DE8-AD7B-56C213FECDEE}" srcOrd="10" destOrd="0" parTransId="{35DF69BC-FA7F-4754-9CA2-A7EADFB98FC9}" sibTransId="{CACCBA22-9208-41A7-BDB0-E5CB8D9D86F4}"/>
    <dgm:cxn modelId="{A84058F6-DF41-4461-9D8D-6B2F72D358B3}" type="presOf" srcId="{07926994-BFF0-4351-A4DD-7C6AA4D46FAC}" destId="{EC16488A-4BBE-429F-94CF-477F7441E5C9}" srcOrd="0" destOrd="0" presId="urn:microsoft.com/office/officeart/2005/8/layout/bProcess4"/>
    <dgm:cxn modelId="{07A13FFD-D456-479C-8785-CA752F359FED}" type="presOf" srcId="{532238D2-8C3E-47D6-8F30-189CA597CD62}" destId="{F83656F3-972D-40E6-AC2D-2D4389ECA52C}" srcOrd="0" destOrd="0" presId="urn:microsoft.com/office/officeart/2005/8/layout/bProcess4"/>
    <dgm:cxn modelId="{70221E09-DC16-419C-BBFD-693704358CA7}" type="presParOf" srcId="{8C09E474-FA9B-44D9-AC28-83528C3BF4AB}" destId="{A66F9D9A-FAF4-45D2-8C49-BFB6ADFB9A9E}" srcOrd="0" destOrd="0" presId="urn:microsoft.com/office/officeart/2005/8/layout/bProcess4"/>
    <dgm:cxn modelId="{380D1B89-1928-4B52-836B-307F6D0D9A22}" type="presParOf" srcId="{A66F9D9A-FAF4-45D2-8C49-BFB6ADFB9A9E}" destId="{272B332E-E8EB-412D-A74C-BC1199CE7A7D}" srcOrd="0" destOrd="0" presId="urn:microsoft.com/office/officeart/2005/8/layout/bProcess4"/>
    <dgm:cxn modelId="{B2623430-9E57-42F3-AF8C-A0D3B1722372}" type="presParOf" srcId="{A66F9D9A-FAF4-45D2-8C49-BFB6ADFB9A9E}" destId="{F83656F3-972D-40E6-AC2D-2D4389ECA52C}" srcOrd="1" destOrd="0" presId="urn:microsoft.com/office/officeart/2005/8/layout/bProcess4"/>
    <dgm:cxn modelId="{655CB8F3-92A5-42B3-A221-921C37B1D2BC}" type="presParOf" srcId="{8C09E474-FA9B-44D9-AC28-83528C3BF4AB}" destId="{4488339A-AF0A-4C26-8249-841A6EDB46B0}" srcOrd="1" destOrd="0" presId="urn:microsoft.com/office/officeart/2005/8/layout/bProcess4"/>
    <dgm:cxn modelId="{63D1CA60-3215-439C-ACA7-110EB0BEB8DD}" type="presParOf" srcId="{8C09E474-FA9B-44D9-AC28-83528C3BF4AB}" destId="{AD45C68D-30BB-4726-B903-A70652C04CCB}" srcOrd="2" destOrd="0" presId="urn:microsoft.com/office/officeart/2005/8/layout/bProcess4"/>
    <dgm:cxn modelId="{C9B8F5ED-1085-43EA-87F6-7A65FCF35AB0}" type="presParOf" srcId="{AD45C68D-30BB-4726-B903-A70652C04CCB}" destId="{1703623D-A71B-4967-89F7-4ACF6BFA871E}" srcOrd="0" destOrd="0" presId="urn:microsoft.com/office/officeart/2005/8/layout/bProcess4"/>
    <dgm:cxn modelId="{D658625A-117F-4C57-9762-2FED339CDB3D}" type="presParOf" srcId="{AD45C68D-30BB-4726-B903-A70652C04CCB}" destId="{52B67FAD-3C6C-4630-99FE-70519307DCB5}" srcOrd="1" destOrd="0" presId="urn:microsoft.com/office/officeart/2005/8/layout/bProcess4"/>
    <dgm:cxn modelId="{314A99AA-2039-4C68-AFDF-BA947D42920F}" type="presParOf" srcId="{8C09E474-FA9B-44D9-AC28-83528C3BF4AB}" destId="{69D5BE91-E880-4450-9018-5DC527E4DEDC}" srcOrd="3" destOrd="0" presId="urn:microsoft.com/office/officeart/2005/8/layout/bProcess4"/>
    <dgm:cxn modelId="{9332592D-13B6-4667-A3EA-7AFD7574FF06}" type="presParOf" srcId="{8C09E474-FA9B-44D9-AC28-83528C3BF4AB}" destId="{2D82DDDF-75FB-4538-9A44-85B4158F4D36}" srcOrd="4" destOrd="0" presId="urn:microsoft.com/office/officeart/2005/8/layout/bProcess4"/>
    <dgm:cxn modelId="{3F5D686F-4C24-4F02-83BF-28D6C51864E5}" type="presParOf" srcId="{2D82DDDF-75FB-4538-9A44-85B4158F4D36}" destId="{66B80FCC-56FC-4886-8610-899ABFEB6862}" srcOrd="0" destOrd="0" presId="urn:microsoft.com/office/officeart/2005/8/layout/bProcess4"/>
    <dgm:cxn modelId="{421DEB97-A464-45B1-B9AB-CCA545A46615}" type="presParOf" srcId="{2D82DDDF-75FB-4538-9A44-85B4158F4D36}" destId="{F1EE1A72-3418-4646-A692-DD3B3A1E7F6D}" srcOrd="1" destOrd="0" presId="urn:microsoft.com/office/officeart/2005/8/layout/bProcess4"/>
    <dgm:cxn modelId="{390487A8-2471-4897-A837-C075F84B1B8D}" type="presParOf" srcId="{8C09E474-FA9B-44D9-AC28-83528C3BF4AB}" destId="{974EF221-AAD4-4479-87D8-7B1DEE135B14}" srcOrd="5" destOrd="0" presId="urn:microsoft.com/office/officeart/2005/8/layout/bProcess4"/>
    <dgm:cxn modelId="{30A78339-5058-4BC3-84BB-19CD277C9708}" type="presParOf" srcId="{8C09E474-FA9B-44D9-AC28-83528C3BF4AB}" destId="{C6ECAEE4-22DD-4FD3-AFC2-47A7F4A1EB54}" srcOrd="6" destOrd="0" presId="urn:microsoft.com/office/officeart/2005/8/layout/bProcess4"/>
    <dgm:cxn modelId="{9B11220E-0A4F-4F41-AF74-FC3A812537C9}" type="presParOf" srcId="{C6ECAEE4-22DD-4FD3-AFC2-47A7F4A1EB54}" destId="{BF40F4C1-ECFC-462D-BDA7-5DF43062F578}" srcOrd="0" destOrd="0" presId="urn:microsoft.com/office/officeart/2005/8/layout/bProcess4"/>
    <dgm:cxn modelId="{A4D5C17F-8F19-4CAE-AFEA-C8C2662FF70A}" type="presParOf" srcId="{C6ECAEE4-22DD-4FD3-AFC2-47A7F4A1EB54}" destId="{53849C33-E228-4DCD-824C-288E2533F3DC}" srcOrd="1" destOrd="0" presId="urn:microsoft.com/office/officeart/2005/8/layout/bProcess4"/>
    <dgm:cxn modelId="{E0F4C3D8-FA2B-4C54-A2F1-EBB88A932A44}" type="presParOf" srcId="{8C09E474-FA9B-44D9-AC28-83528C3BF4AB}" destId="{45244466-F277-456F-89A1-DFA7D0B99049}" srcOrd="7" destOrd="0" presId="urn:microsoft.com/office/officeart/2005/8/layout/bProcess4"/>
    <dgm:cxn modelId="{E2A32F74-8E62-4D73-8A76-6F062F764595}" type="presParOf" srcId="{8C09E474-FA9B-44D9-AC28-83528C3BF4AB}" destId="{76AB6D25-C0F4-470F-B25A-A4048722D3EC}" srcOrd="8" destOrd="0" presId="urn:microsoft.com/office/officeart/2005/8/layout/bProcess4"/>
    <dgm:cxn modelId="{95FDCF8B-C28A-4729-884F-4F58E758D3D7}" type="presParOf" srcId="{76AB6D25-C0F4-470F-B25A-A4048722D3EC}" destId="{CEB1B855-D1A7-461A-9892-82AABEB4FAA2}" srcOrd="0" destOrd="0" presId="urn:microsoft.com/office/officeart/2005/8/layout/bProcess4"/>
    <dgm:cxn modelId="{E10E3026-E843-439E-9C76-DC397E4E06FE}" type="presParOf" srcId="{76AB6D25-C0F4-470F-B25A-A4048722D3EC}" destId="{725BED9F-9021-4573-9FE4-C1439FF9DD45}" srcOrd="1" destOrd="0" presId="urn:microsoft.com/office/officeart/2005/8/layout/bProcess4"/>
    <dgm:cxn modelId="{67787FE4-77A6-4C93-8EF8-78F3023080EB}" type="presParOf" srcId="{8C09E474-FA9B-44D9-AC28-83528C3BF4AB}" destId="{3DC01944-9B13-4E3A-A785-2F59DF3BC203}" srcOrd="9" destOrd="0" presId="urn:microsoft.com/office/officeart/2005/8/layout/bProcess4"/>
    <dgm:cxn modelId="{63D5826E-45DF-4B15-83E4-86855E87DA9F}" type="presParOf" srcId="{8C09E474-FA9B-44D9-AC28-83528C3BF4AB}" destId="{49488A2A-C675-44A0-828A-FA5DFAFAA9AC}" srcOrd="10" destOrd="0" presId="urn:microsoft.com/office/officeart/2005/8/layout/bProcess4"/>
    <dgm:cxn modelId="{9D52F701-F909-4CE2-854B-A5C25D082CFB}" type="presParOf" srcId="{49488A2A-C675-44A0-828A-FA5DFAFAA9AC}" destId="{740A1A01-CD96-43E5-B5B3-03AF4F2E54B2}" srcOrd="0" destOrd="0" presId="urn:microsoft.com/office/officeart/2005/8/layout/bProcess4"/>
    <dgm:cxn modelId="{49BB6D0D-1358-474D-A547-E1A6641B4328}" type="presParOf" srcId="{49488A2A-C675-44A0-828A-FA5DFAFAA9AC}" destId="{DAAF64C5-3E03-48AE-990A-9A10EA147B20}" srcOrd="1" destOrd="0" presId="urn:microsoft.com/office/officeart/2005/8/layout/bProcess4"/>
    <dgm:cxn modelId="{83D2EF50-7048-410A-8E92-CA22E9BB1266}" type="presParOf" srcId="{8C09E474-FA9B-44D9-AC28-83528C3BF4AB}" destId="{5B9BD511-C794-44FB-87A3-BD3E1E4593A6}" srcOrd="11" destOrd="0" presId="urn:microsoft.com/office/officeart/2005/8/layout/bProcess4"/>
    <dgm:cxn modelId="{A3096981-D56A-4F2F-88A1-577F148609B4}" type="presParOf" srcId="{8C09E474-FA9B-44D9-AC28-83528C3BF4AB}" destId="{92FC1AA6-BFC1-4C02-AFE2-D4BCC3C8B79D}" srcOrd="12" destOrd="0" presId="urn:microsoft.com/office/officeart/2005/8/layout/bProcess4"/>
    <dgm:cxn modelId="{17932E35-6039-4061-8660-E05D5658286E}" type="presParOf" srcId="{92FC1AA6-BFC1-4C02-AFE2-D4BCC3C8B79D}" destId="{E6F69B26-1F12-4D82-AC52-F3FAA176123E}" srcOrd="0" destOrd="0" presId="urn:microsoft.com/office/officeart/2005/8/layout/bProcess4"/>
    <dgm:cxn modelId="{453071A3-1490-4515-928C-6D1B7307E51B}" type="presParOf" srcId="{92FC1AA6-BFC1-4C02-AFE2-D4BCC3C8B79D}" destId="{EC16488A-4BBE-429F-94CF-477F7441E5C9}" srcOrd="1" destOrd="0" presId="urn:microsoft.com/office/officeart/2005/8/layout/bProcess4"/>
    <dgm:cxn modelId="{9ADA0621-6D02-47B8-BC1C-10304957BCFB}" type="presParOf" srcId="{8C09E474-FA9B-44D9-AC28-83528C3BF4AB}" destId="{DFF9CE82-9D0C-4D28-ACEE-9C68C1FAA45E}" srcOrd="13" destOrd="0" presId="urn:microsoft.com/office/officeart/2005/8/layout/bProcess4"/>
    <dgm:cxn modelId="{C1A2CFDC-3B07-4222-99D6-ACE40ECC96EC}" type="presParOf" srcId="{8C09E474-FA9B-44D9-AC28-83528C3BF4AB}" destId="{E38AFD73-F590-441D-9E0E-B21A7A9698CD}" srcOrd="14" destOrd="0" presId="urn:microsoft.com/office/officeart/2005/8/layout/bProcess4"/>
    <dgm:cxn modelId="{922ECC2F-3AC7-45A9-8630-21086FE4622B}" type="presParOf" srcId="{E38AFD73-F590-441D-9E0E-B21A7A9698CD}" destId="{36D49847-D48B-40E8-BFA9-22E721B754C3}" srcOrd="0" destOrd="0" presId="urn:microsoft.com/office/officeart/2005/8/layout/bProcess4"/>
    <dgm:cxn modelId="{B8C6BEEC-9477-42C5-B012-100AF71E569D}" type="presParOf" srcId="{E38AFD73-F590-441D-9E0E-B21A7A9698CD}" destId="{51B9C04E-7027-4691-AB02-0CAF6919A625}" srcOrd="1" destOrd="0" presId="urn:microsoft.com/office/officeart/2005/8/layout/bProcess4"/>
    <dgm:cxn modelId="{CDE012BF-FDA7-4ABE-9FBA-7428086BDDD6}" type="presParOf" srcId="{8C09E474-FA9B-44D9-AC28-83528C3BF4AB}" destId="{5D224C09-6BAA-4D49-A98E-4282D430602F}" srcOrd="15" destOrd="0" presId="urn:microsoft.com/office/officeart/2005/8/layout/bProcess4"/>
    <dgm:cxn modelId="{55D93ACB-CCA6-4D75-9EE1-15D24926C7DF}" type="presParOf" srcId="{8C09E474-FA9B-44D9-AC28-83528C3BF4AB}" destId="{DB6D4E94-FB49-490A-BB2E-9FBC6C82E3A9}" srcOrd="16" destOrd="0" presId="urn:microsoft.com/office/officeart/2005/8/layout/bProcess4"/>
    <dgm:cxn modelId="{F6D68075-99BB-45A5-A082-524AABBC3DFC}" type="presParOf" srcId="{DB6D4E94-FB49-490A-BB2E-9FBC6C82E3A9}" destId="{DB0E8E2D-A805-4E94-AC07-7504F373C582}" srcOrd="0" destOrd="0" presId="urn:microsoft.com/office/officeart/2005/8/layout/bProcess4"/>
    <dgm:cxn modelId="{0E993FE1-4873-4F69-BEC6-B95DAFDC791E}" type="presParOf" srcId="{DB6D4E94-FB49-490A-BB2E-9FBC6C82E3A9}" destId="{2C4FFA30-7531-427E-A371-CE0DC8BDFA76}" srcOrd="1" destOrd="0" presId="urn:microsoft.com/office/officeart/2005/8/layout/bProcess4"/>
    <dgm:cxn modelId="{A33AB94B-00F8-47A3-998B-327118BEAC57}" type="presParOf" srcId="{8C09E474-FA9B-44D9-AC28-83528C3BF4AB}" destId="{6DBAE5DB-2626-43EC-8F17-E2E634408BEB}" srcOrd="17" destOrd="0" presId="urn:microsoft.com/office/officeart/2005/8/layout/bProcess4"/>
    <dgm:cxn modelId="{6D98EC7C-3A17-49FE-9F25-237D76B51811}" type="presParOf" srcId="{8C09E474-FA9B-44D9-AC28-83528C3BF4AB}" destId="{6CB63977-E1F0-42BC-A06D-EAACD3E06462}" srcOrd="18" destOrd="0" presId="urn:microsoft.com/office/officeart/2005/8/layout/bProcess4"/>
    <dgm:cxn modelId="{85A3F6EA-D58F-4E37-B187-068A99614093}" type="presParOf" srcId="{6CB63977-E1F0-42BC-A06D-EAACD3E06462}" destId="{7F20BC2D-AE5B-44C0-997F-137CB3988A4B}" srcOrd="0" destOrd="0" presId="urn:microsoft.com/office/officeart/2005/8/layout/bProcess4"/>
    <dgm:cxn modelId="{F0E809D3-B6E5-4308-BED3-0EB3D8215295}" type="presParOf" srcId="{6CB63977-E1F0-42BC-A06D-EAACD3E06462}" destId="{28D21C44-84D4-4DD2-8114-5F21D17CFBB4}" srcOrd="1" destOrd="0" presId="urn:microsoft.com/office/officeart/2005/8/layout/bProcess4"/>
    <dgm:cxn modelId="{3C5FD30B-EAC7-4E28-ACA8-7D8A6E9A6DBE}" type="presParOf" srcId="{8C09E474-FA9B-44D9-AC28-83528C3BF4AB}" destId="{8D8EEF47-0CDE-4CB6-B5E5-CCE97825134F}" srcOrd="19" destOrd="0" presId="urn:microsoft.com/office/officeart/2005/8/layout/bProcess4"/>
    <dgm:cxn modelId="{E0914648-37B6-4957-AFDE-AAED5F1E4900}" type="presParOf" srcId="{8C09E474-FA9B-44D9-AC28-83528C3BF4AB}" destId="{C30E6194-2299-4CB5-B3D4-17A4F4BD1EF2}" srcOrd="20" destOrd="0" presId="urn:microsoft.com/office/officeart/2005/8/layout/bProcess4"/>
    <dgm:cxn modelId="{3FF98412-3002-430F-AE00-887E082E624B}" type="presParOf" srcId="{C30E6194-2299-4CB5-B3D4-17A4F4BD1EF2}" destId="{9FA85AE8-5F70-4F3D-9456-4D8D7113FEDC}" srcOrd="0" destOrd="0" presId="urn:microsoft.com/office/officeart/2005/8/layout/bProcess4"/>
    <dgm:cxn modelId="{95581E29-ECE8-498C-A10A-3A22823EA09F}" type="presParOf" srcId="{C30E6194-2299-4CB5-B3D4-17A4F4BD1EF2}" destId="{F46746A1-22C3-4B68-904C-8653DA1C0C54}" srcOrd="1" destOrd="0" presId="urn:microsoft.com/office/officeart/2005/8/layout/bProcess4"/>
    <dgm:cxn modelId="{9014EAD5-C77C-4B19-B59B-A349E7ED9F37}" type="presParOf" srcId="{8C09E474-FA9B-44D9-AC28-83528C3BF4AB}" destId="{95EEF692-EB93-4651-8758-F9CC59806012}" srcOrd="21" destOrd="0" presId="urn:microsoft.com/office/officeart/2005/8/layout/bProcess4"/>
    <dgm:cxn modelId="{66ECCD6A-BD74-45B0-BC3E-D89644D77EA4}" type="presParOf" srcId="{8C09E474-FA9B-44D9-AC28-83528C3BF4AB}" destId="{ED288C7D-D0CD-4928-97E6-A8BF1907DF15}" srcOrd="22" destOrd="0" presId="urn:microsoft.com/office/officeart/2005/8/layout/bProcess4"/>
    <dgm:cxn modelId="{494B535F-9197-413B-8198-11D6B1CE5C08}" type="presParOf" srcId="{ED288C7D-D0CD-4928-97E6-A8BF1907DF15}" destId="{CCB43B8D-98B7-4E33-9C9A-52D27194853A}" srcOrd="0" destOrd="0" presId="urn:microsoft.com/office/officeart/2005/8/layout/bProcess4"/>
    <dgm:cxn modelId="{A73EEA6E-5509-4B94-9183-AD715CFBFE50}" type="presParOf" srcId="{ED288C7D-D0CD-4928-97E6-A8BF1907DF15}" destId="{1B9AEEAD-FF58-413E-8B71-44B3A028C54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7B8B57-8ABF-43B0-97AD-4F18BBCE21D9}" type="doc">
      <dgm:prSet loTypeId="urn:microsoft.com/office/officeart/2005/8/layout/arrow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2892A328-D9BB-41F2-9105-FB200857D452}">
      <dgm:prSet phldrT="[Text]" phldr="0"/>
      <dgm:spPr/>
      <dgm:t>
        <a:bodyPr/>
        <a:lstStyle/>
        <a:p>
          <a:r>
            <a:rPr lang="en-US" dirty="0"/>
            <a:t>Observe </a:t>
          </a:r>
          <a:endParaRPr lang="en-IN" dirty="0"/>
        </a:p>
      </dgm:t>
    </dgm:pt>
    <dgm:pt modelId="{18FEEB44-162F-4A22-814F-A05EC35C22EB}" type="parTrans" cxnId="{006BEDDB-249E-4FE1-8604-86F0AD977961}">
      <dgm:prSet/>
      <dgm:spPr/>
      <dgm:t>
        <a:bodyPr/>
        <a:lstStyle/>
        <a:p>
          <a:endParaRPr lang="en-IN"/>
        </a:p>
      </dgm:t>
    </dgm:pt>
    <dgm:pt modelId="{7F0D3345-8C90-4A6D-A04F-2E9C5F783D78}" type="sibTrans" cxnId="{006BEDDB-249E-4FE1-8604-86F0AD977961}">
      <dgm:prSet/>
      <dgm:spPr/>
      <dgm:t>
        <a:bodyPr/>
        <a:lstStyle/>
        <a:p>
          <a:endParaRPr lang="en-IN"/>
        </a:p>
      </dgm:t>
    </dgm:pt>
    <dgm:pt modelId="{FC3DF80D-1E51-4262-ADBE-05E5F8AB55F7}">
      <dgm:prSet phldrT="[Text]" phldr="0"/>
      <dgm:spPr/>
      <dgm:t>
        <a:bodyPr/>
        <a:lstStyle/>
        <a:p>
          <a:r>
            <a:rPr lang="en-US" dirty="0"/>
            <a:t>Decide</a:t>
          </a:r>
          <a:endParaRPr lang="en-IN" dirty="0"/>
        </a:p>
      </dgm:t>
    </dgm:pt>
    <dgm:pt modelId="{403E638A-EE75-4149-9911-4B8554E136A0}" type="parTrans" cxnId="{8ECA33F1-7676-4707-9EDE-6D6FD13FFFA1}">
      <dgm:prSet/>
      <dgm:spPr/>
      <dgm:t>
        <a:bodyPr/>
        <a:lstStyle/>
        <a:p>
          <a:endParaRPr lang="en-IN"/>
        </a:p>
      </dgm:t>
    </dgm:pt>
    <dgm:pt modelId="{4504205F-ACE1-4657-AE3C-AC8354223CBF}" type="sibTrans" cxnId="{8ECA33F1-7676-4707-9EDE-6D6FD13FFFA1}">
      <dgm:prSet/>
      <dgm:spPr/>
      <dgm:t>
        <a:bodyPr/>
        <a:lstStyle/>
        <a:p>
          <a:endParaRPr lang="en-IN"/>
        </a:p>
      </dgm:t>
    </dgm:pt>
    <dgm:pt modelId="{9D816CEB-3DF1-41EA-B79B-60F622DCB7B0}">
      <dgm:prSet phldrT="[Text]" phldr="0"/>
      <dgm:spPr/>
      <dgm:t>
        <a:bodyPr/>
        <a:lstStyle/>
        <a:p>
          <a:r>
            <a:rPr lang="en-US" dirty="0"/>
            <a:t>Generate</a:t>
          </a:r>
          <a:endParaRPr lang="en-IN" dirty="0"/>
        </a:p>
      </dgm:t>
    </dgm:pt>
    <dgm:pt modelId="{8583E8B3-2447-4364-A4B4-94D2EBD1A92B}" type="parTrans" cxnId="{F9BC74E2-55C0-4978-A7CB-4DA6A0B4DD3E}">
      <dgm:prSet/>
      <dgm:spPr/>
      <dgm:t>
        <a:bodyPr/>
        <a:lstStyle/>
        <a:p>
          <a:endParaRPr lang="en-IN"/>
        </a:p>
      </dgm:t>
    </dgm:pt>
    <dgm:pt modelId="{73776B80-BDE3-4A93-86A7-C6AF779F6F98}" type="sibTrans" cxnId="{F9BC74E2-55C0-4978-A7CB-4DA6A0B4DD3E}">
      <dgm:prSet/>
      <dgm:spPr/>
      <dgm:t>
        <a:bodyPr/>
        <a:lstStyle/>
        <a:p>
          <a:endParaRPr lang="en-IN"/>
        </a:p>
      </dgm:t>
    </dgm:pt>
    <dgm:pt modelId="{6B3E49A4-6E49-48C1-8C25-5F38E8D977E9}">
      <dgm:prSet phldrT="[Text]" phldr="0"/>
      <dgm:spPr/>
      <dgm:t>
        <a:bodyPr/>
        <a:lstStyle/>
        <a:p>
          <a:r>
            <a:rPr lang="en-US"/>
            <a:t>Measure</a:t>
          </a:r>
          <a:endParaRPr lang="en-IN"/>
        </a:p>
      </dgm:t>
    </dgm:pt>
    <dgm:pt modelId="{5AC99B7C-45FD-4028-9113-5D8A6E49FD5B}" type="parTrans" cxnId="{0EF07EEE-B4CE-47A9-B606-116383C1B147}">
      <dgm:prSet/>
      <dgm:spPr/>
      <dgm:t>
        <a:bodyPr/>
        <a:lstStyle/>
        <a:p>
          <a:endParaRPr lang="en-IN"/>
        </a:p>
      </dgm:t>
    </dgm:pt>
    <dgm:pt modelId="{F7531BC0-34EF-4AD1-8D8B-84410F98616C}" type="sibTrans" cxnId="{0EF07EEE-B4CE-47A9-B606-116383C1B147}">
      <dgm:prSet/>
      <dgm:spPr/>
      <dgm:t>
        <a:bodyPr/>
        <a:lstStyle/>
        <a:p>
          <a:endParaRPr lang="en-IN"/>
        </a:p>
      </dgm:t>
    </dgm:pt>
    <dgm:pt modelId="{FE7393A4-2475-4B46-A360-8B12A2043EF5}">
      <dgm:prSet phldrT="[Text]" phldr="0"/>
      <dgm:spPr/>
      <dgm:t>
        <a:bodyPr/>
        <a:lstStyle/>
        <a:p>
          <a:r>
            <a:rPr lang="en-US"/>
            <a:t>Check &amp; change</a:t>
          </a:r>
          <a:endParaRPr lang="en-IN" dirty="0"/>
        </a:p>
      </dgm:t>
    </dgm:pt>
    <dgm:pt modelId="{3F0A5809-2F1C-48F3-AF38-6AD2F5674F50}" type="parTrans" cxnId="{D25D807D-EFDA-4221-8FAD-4F1B4B5A8900}">
      <dgm:prSet/>
      <dgm:spPr/>
      <dgm:t>
        <a:bodyPr/>
        <a:lstStyle/>
        <a:p>
          <a:endParaRPr lang="en-IN"/>
        </a:p>
      </dgm:t>
    </dgm:pt>
    <dgm:pt modelId="{E6BB07A4-D479-417C-A05D-3CC2DDB7A9DF}" type="sibTrans" cxnId="{D25D807D-EFDA-4221-8FAD-4F1B4B5A8900}">
      <dgm:prSet/>
      <dgm:spPr/>
      <dgm:t>
        <a:bodyPr/>
        <a:lstStyle/>
        <a:p>
          <a:endParaRPr lang="en-IN"/>
        </a:p>
      </dgm:t>
    </dgm:pt>
    <dgm:pt modelId="{C36D9FF5-9FA3-46BF-A689-631682DCA18D}" type="pres">
      <dgm:prSet presAssocID="{597B8B57-8ABF-43B0-97AD-4F18BBCE21D9}" presName="arrowDiagram" presStyleCnt="0">
        <dgm:presLayoutVars>
          <dgm:chMax val="5"/>
          <dgm:dir/>
          <dgm:resizeHandles val="exact"/>
        </dgm:presLayoutVars>
      </dgm:prSet>
      <dgm:spPr/>
    </dgm:pt>
    <dgm:pt modelId="{760D4E85-113A-4152-A50B-7C8DDA2B9D71}" type="pres">
      <dgm:prSet presAssocID="{597B8B57-8ABF-43B0-97AD-4F18BBCE21D9}" presName="arrow" presStyleLbl="bgShp" presStyleIdx="0" presStyleCnt="1"/>
      <dgm:spPr/>
    </dgm:pt>
    <dgm:pt modelId="{DFA862D6-9AC8-40F0-A295-A743BB1987EE}" type="pres">
      <dgm:prSet presAssocID="{597B8B57-8ABF-43B0-97AD-4F18BBCE21D9}" presName="arrowDiagram5" presStyleCnt="0"/>
      <dgm:spPr/>
    </dgm:pt>
    <dgm:pt modelId="{6B52C549-4AD4-48E1-8214-2D18E5970FB2}" type="pres">
      <dgm:prSet presAssocID="{2892A328-D9BB-41F2-9105-FB200857D452}" presName="bullet5a" presStyleLbl="node1" presStyleIdx="0" presStyleCnt="5"/>
      <dgm:spPr/>
    </dgm:pt>
    <dgm:pt modelId="{60F29F0D-ED02-4EB4-8129-3753722CBF21}" type="pres">
      <dgm:prSet presAssocID="{2892A328-D9BB-41F2-9105-FB200857D452}" presName="textBox5a" presStyleLbl="revTx" presStyleIdx="0" presStyleCnt="5">
        <dgm:presLayoutVars>
          <dgm:bulletEnabled val="1"/>
        </dgm:presLayoutVars>
      </dgm:prSet>
      <dgm:spPr/>
    </dgm:pt>
    <dgm:pt modelId="{56C8E695-C8EB-4056-9291-DB0391E0DA4B}" type="pres">
      <dgm:prSet presAssocID="{6B3E49A4-6E49-48C1-8C25-5F38E8D977E9}" presName="bullet5b" presStyleLbl="node1" presStyleIdx="1" presStyleCnt="5"/>
      <dgm:spPr/>
    </dgm:pt>
    <dgm:pt modelId="{9C4AD88D-E58F-44D3-8EE2-230C265D077C}" type="pres">
      <dgm:prSet presAssocID="{6B3E49A4-6E49-48C1-8C25-5F38E8D977E9}" presName="textBox5b" presStyleLbl="revTx" presStyleIdx="1" presStyleCnt="5">
        <dgm:presLayoutVars>
          <dgm:bulletEnabled val="1"/>
        </dgm:presLayoutVars>
      </dgm:prSet>
      <dgm:spPr/>
    </dgm:pt>
    <dgm:pt modelId="{D8A35392-E98B-4BE1-B5C6-3281B597F807}" type="pres">
      <dgm:prSet presAssocID="{FC3DF80D-1E51-4262-ADBE-05E5F8AB55F7}" presName="bullet5c" presStyleLbl="node1" presStyleIdx="2" presStyleCnt="5"/>
      <dgm:spPr/>
    </dgm:pt>
    <dgm:pt modelId="{94BAFDB8-0FE7-4C03-8C47-19F2EDD1C27E}" type="pres">
      <dgm:prSet presAssocID="{FC3DF80D-1E51-4262-ADBE-05E5F8AB55F7}" presName="textBox5c" presStyleLbl="revTx" presStyleIdx="2" presStyleCnt="5">
        <dgm:presLayoutVars>
          <dgm:bulletEnabled val="1"/>
        </dgm:presLayoutVars>
      </dgm:prSet>
      <dgm:spPr/>
    </dgm:pt>
    <dgm:pt modelId="{D32310BC-F408-4A97-97F1-DD75701E3448}" type="pres">
      <dgm:prSet presAssocID="{9D816CEB-3DF1-41EA-B79B-60F622DCB7B0}" presName="bullet5d" presStyleLbl="node1" presStyleIdx="3" presStyleCnt="5"/>
      <dgm:spPr/>
    </dgm:pt>
    <dgm:pt modelId="{763EC63D-B622-455C-B1D8-504831082AFA}" type="pres">
      <dgm:prSet presAssocID="{9D816CEB-3DF1-41EA-B79B-60F622DCB7B0}" presName="textBox5d" presStyleLbl="revTx" presStyleIdx="3" presStyleCnt="5">
        <dgm:presLayoutVars>
          <dgm:bulletEnabled val="1"/>
        </dgm:presLayoutVars>
      </dgm:prSet>
      <dgm:spPr/>
    </dgm:pt>
    <dgm:pt modelId="{71EC9318-F2F0-4594-82BC-A0347A19D441}" type="pres">
      <dgm:prSet presAssocID="{FE7393A4-2475-4B46-A360-8B12A2043EF5}" presName="bullet5e" presStyleLbl="node1" presStyleIdx="4" presStyleCnt="5"/>
      <dgm:spPr/>
    </dgm:pt>
    <dgm:pt modelId="{85057D00-CCE9-42AA-82E2-C96B95C00E93}" type="pres">
      <dgm:prSet presAssocID="{FE7393A4-2475-4B46-A360-8B12A2043EF5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A5C1431-6EBE-496B-9816-E6F4D064248A}" type="presOf" srcId="{2892A328-D9BB-41F2-9105-FB200857D452}" destId="{60F29F0D-ED02-4EB4-8129-3753722CBF21}" srcOrd="0" destOrd="0" presId="urn:microsoft.com/office/officeart/2005/8/layout/arrow2"/>
    <dgm:cxn modelId="{D25D807D-EFDA-4221-8FAD-4F1B4B5A8900}" srcId="{597B8B57-8ABF-43B0-97AD-4F18BBCE21D9}" destId="{FE7393A4-2475-4B46-A360-8B12A2043EF5}" srcOrd="4" destOrd="0" parTransId="{3F0A5809-2F1C-48F3-AF38-6AD2F5674F50}" sibTransId="{E6BB07A4-D479-417C-A05D-3CC2DDB7A9DF}"/>
    <dgm:cxn modelId="{EBEBD084-A982-40CE-AE0B-5E74459B55CF}" type="presOf" srcId="{597B8B57-8ABF-43B0-97AD-4F18BBCE21D9}" destId="{C36D9FF5-9FA3-46BF-A689-631682DCA18D}" srcOrd="0" destOrd="0" presId="urn:microsoft.com/office/officeart/2005/8/layout/arrow2"/>
    <dgm:cxn modelId="{5BA7D487-155B-421A-925A-47DDFFC163E9}" type="presOf" srcId="{FE7393A4-2475-4B46-A360-8B12A2043EF5}" destId="{85057D00-CCE9-42AA-82E2-C96B95C00E93}" srcOrd="0" destOrd="0" presId="urn:microsoft.com/office/officeart/2005/8/layout/arrow2"/>
    <dgm:cxn modelId="{759D59A5-3BE3-4CB2-ADB0-E520ADE62032}" type="presOf" srcId="{FC3DF80D-1E51-4262-ADBE-05E5F8AB55F7}" destId="{94BAFDB8-0FE7-4C03-8C47-19F2EDD1C27E}" srcOrd="0" destOrd="0" presId="urn:microsoft.com/office/officeart/2005/8/layout/arrow2"/>
    <dgm:cxn modelId="{F6525AB6-82F3-4147-A270-79F655CEC2AA}" type="presOf" srcId="{6B3E49A4-6E49-48C1-8C25-5F38E8D977E9}" destId="{9C4AD88D-E58F-44D3-8EE2-230C265D077C}" srcOrd="0" destOrd="0" presId="urn:microsoft.com/office/officeart/2005/8/layout/arrow2"/>
    <dgm:cxn modelId="{F034A1CB-2683-402A-9EEC-EF5542E705C8}" type="presOf" srcId="{9D816CEB-3DF1-41EA-B79B-60F622DCB7B0}" destId="{763EC63D-B622-455C-B1D8-504831082AFA}" srcOrd="0" destOrd="0" presId="urn:microsoft.com/office/officeart/2005/8/layout/arrow2"/>
    <dgm:cxn modelId="{006BEDDB-249E-4FE1-8604-86F0AD977961}" srcId="{597B8B57-8ABF-43B0-97AD-4F18BBCE21D9}" destId="{2892A328-D9BB-41F2-9105-FB200857D452}" srcOrd="0" destOrd="0" parTransId="{18FEEB44-162F-4A22-814F-A05EC35C22EB}" sibTransId="{7F0D3345-8C90-4A6D-A04F-2E9C5F783D78}"/>
    <dgm:cxn modelId="{F9BC74E2-55C0-4978-A7CB-4DA6A0B4DD3E}" srcId="{597B8B57-8ABF-43B0-97AD-4F18BBCE21D9}" destId="{9D816CEB-3DF1-41EA-B79B-60F622DCB7B0}" srcOrd="3" destOrd="0" parTransId="{8583E8B3-2447-4364-A4B4-94D2EBD1A92B}" sibTransId="{73776B80-BDE3-4A93-86A7-C6AF779F6F98}"/>
    <dgm:cxn modelId="{0EF07EEE-B4CE-47A9-B606-116383C1B147}" srcId="{597B8B57-8ABF-43B0-97AD-4F18BBCE21D9}" destId="{6B3E49A4-6E49-48C1-8C25-5F38E8D977E9}" srcOrd="1" destOrd="0" parTransId="{5AC99B7C-45FD-4028-9113-5D8A6E49FD5B}" sibTransId="{F7531BC0-34EF-4AD1-8D8B-84410F98616C}"/>
    <dgm:cxn modelId="{8ECA33F1-7676-4707-9EDE-6D6FD13FFFA1}" srcId="{597B8B57-8ABF-43B0-97AD-4F18BBCE21D9}" destId="{FC3DF80D-1E51-4262-ADBE-05E5F8AB55F7}" srcOrd="2" destOrd="0" parTransId="{403E638A-EE75-4149-9911-4B8554E136A0}" sibTransId="{4504205F-ACE1-4657-AE3C-AC8354223CBF}"/>
    <dgm:cxn modelId="{AD60D308-613F-400D-B744-E313508B5848}" type="presParOf" srcId="{C36D9FF5-9FA3-46BF-A689-631682DCA18D}" destId="{760D4E85-113A-4152-A50B-7C8DDA2B9D71}" srcOrd="0" destOrd="0" presId="urn:microsoft.com/office/officeart/2005/8/layout/arrow2"/>
    <dgm:cxn modelId="{52F04CB9-7925-449B-9C6A-60593CFA8972}" type="presParOf" srcId="{C36D9FF5-9FA3-46BF-A689-631682DCA18D}" destId="{DFA862D6-9AC8-40F0-A295-A743BB1987EE}" srcOrd="1" destOrd="0" presId="urn:microsoft.com/office/officeart/2005/8/layout/arrow2"/>
    <dgm:cxn modelId="{DD55111D-D127-492D-9C25-775BBCA81170}" type="presParOf" srcId="{DFA862D6-9AC8-40F0-A295-A743BB1987EE}" destId="{6B52C549-4AD4-48E1-8214-2D18E5970FB2}" srcOrd="0" destOrd="0" presId="urn:microsoft.com/office/officeart/2005/8/layout/arrow2"/>
    <dgm:cxn modelId="{74D6D4B2-F348-4BBC-9D52-9BB067D590E3}" type="presParOf" srcId="{DFA862D6-9AC8-40F0-A295-A743BB1987EE}" destId="{60F29F0D-ED02-4EB4-8129-3753722CBF21}" srcOrd="1" destOrd="0" presId="urn:microsoft.com/office/officeart/2005/8/layout/arrow2"/>
    <dgm:cxn modelId="{78D74413-E7F9-4442-B9D5-3AB64677F888}" type="presParOf" srcId="{DFA862D6-9AC8-40F0-A295-A743BB1987EE}" destId="{56C8E695-C8EB-4056-9291-DB0391E0DA4B}" srcOrd="2" destOrd="0" presId="urn:microsoft.com/office/officeart/2005/8/layout/arrow2"/>
    <dgm:cxn modelId="{1236918B-818C-4C12-B03B-2DD402EB368B}" type="presParOf" srcId="{DFA862D6-9AC8-40F0-A295-A743BB1987EE}" destId="{9C4AD88D-E58F-44D3-8EE2-230C265D077C}" srcOrd="3" destOrd="0" presId="urn:microsoft.com/office/officeart/2005/8/layout/arrow2"/>
    <dgm:cxn modelId="{CA98FE49-2B5C-425D-AE0F-999404D40A58}" type="presParOf" srcId="{DFA862D6-9AC8-40F0-A295-A743BB1987EE}" destId="{D8A35392-E98B-4BE1-B5C6-3281B597F807}" srcOrd="4" destOrd="0" presId="urn:microsoft.com/office/officeart/2005/8/layout/arrow2"/>
    <dgm:cxn modelId="{09D3936B-31AB-45D9-A337-1CCF5E02A5F7}" type="presParOf" srcId="{DFA862D6-9AC8-40F0-A295-A743BB1987EE}" destId="{94BAFDB8-0FE7-4C03-8C47-19F2EDD1C27E}" srcOrd="5" destOrd="0" presId="urn:microsoft.com/office/officeart/2005/8/layout/arrow2"/>
    <dgm:cxn modelId="{B44AD7C3-215E-4EDB-9D6C-41E1632381B8}" type="presParOf" srcId="{DFA862D6-9AC8-40F0-A295-A743BB1987EE}" destId="{D32310BC-F408-4A97-97F1-DD75701E3448}" srcOrd="6" destOrd="0" presId="urn:microsoft.com/office/officeart/2005/8/layout/arrow2"/>
    <dgm:cxn modelId="{0BED44F8-51FE-4C5D-9E3E-779EE58B074F}" type="presParOf" srcId="{DFA862D6-9AC8-40F0-A295-A743BB1987EE}" destId="{763EC63D-B622-455C-B1D8-504831082AFA}" srcOrd="7" destOrd="0" presId="urn:microsoft.com/office/officeart/2005/8/layout/arrow2"/>
    <dgm:cxn modelId="{E6FD82FB-2B05-41FB-92CE-BA3976113221}" type="presParOf" srcId="{DFA862D6-9AC8-40F0-A295-A743BB1987EE}" destId="{71EC9318-F2F0-4594-82BC-A0347A19D441}" srcOrd="8" destOrd="0" presId="urn:microsoft.com/office/officeart/2005/8/layout/arrow2"/>
    <dgm:cxn modelId="{639EADFC-71FB-4177-B856-466DC0E5BD15}" type="presParOf" srcId="{DFA862D6-9AC8-40F0-A295-A743BB1987EE}" destId="{85057D00-CCE9-42AA-82E2-C96B95C00E93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CA4A52-4A6E-49B5-9F4E-9A0394EDFA34}" type="doc">
      <dgm:prSet loTypeId="urn:microsoft.com/office/officeart/2005/8/layout/bProcess4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DF1A7DE9-3C1B-4135-B58A-DA7D8EF8192C}">
      <dgm:prSet phldrT="[Text]"/>
      <dgm:spPr/>
      <dgm:t>
        <a:bodyPr/>
        <a:lstStyle/>
        <a:p>
          <a:r>
            <a:rPr lang="en-IN"/>
            <a:t>Telemetry</a:t>
          </a:r>
        </a:p>
      </dgm:t>
    </dgm:pt>
    <dgm:pt modelId="{51265B02-5942-40A3-AE3C-386E222953F2}" type="parTrans" cxnId="{6435C21F-883A-441C-9EC1-AD13FA64CC12}">
      <dgm:prSet/>
      <dgm:spPr/>
      <dgm:t>
        <a:bodyPr/>
        <a:lstStyle/>
        <a:p>
          <a:endParaRPr lang="en-IN"/>
        </a:p>
      </dgm:t>
    </dgm:pt>
    <dgm:pt modelId="{A8C61FD2-7028-40AE-BBC1-31F1AF4FAB7E}" type="sibTrans" cxnId="{6435C21F-883A-441C-9EC1-AD13FA64CC12}">
      <dgm:prSet/>
      <dgm:spPr/>
      <dgm:t>
        <a:bodyPr/>
        <a:lstStyle/>
        <a:p>
          <a:endParaRPr lang="en-IN"/>
        </a:p>
      </dgm:t>
    </dgm:pt>
    <dgm:pt modelId="{A40D459F-F07B-41FD-B29E-13C783ABF70A}">
      <dgm:prSet phldrT="[Text]"/>
      <dgm:spPr/>
      <dgm:t>
        <a:bodyPr/>
        <a:lstStyle/>
        <a:p>
          <a:r>
            <a:rPr lang="en-IN" dirty="0"/>
            <a:t>Cognitive Load</a:t>
          </a:r>
        </a:p>
      </dgm:t>
    </dgm:pt>
    <dgm:pt modelId="{2AD3E089-075A-45D8-9CED-8A68DE19996E}" type="parTrans" cxnId="{153A5E3B-F764-4F83-8105-63203F548ED7}">
      <dgm:prSet/>
      <dgm:spPr/>
      <dgm:t>
        <a:bodyPr/>
        <a:lstStyle/>
        <a:p>
          <a:endParaRPr lang="en-IN"/>
        </a:p>
      </dgm:t>
    </dgm:pt>
    <dgm:pt modelId="{A020063C-828B-4933-965C-6ECE9FEF0CD4}" type="sibTrans" cxnId="{153A5E3B-F764-4F83-8105-63203F548ED7}">
      <dgm:prSet/>
      <dgm:spPr/>
      <dgm:t>
        <a:bodyPr/>
        <a:lstStyle/>
        <a:p>
          <a:endParaRPr lang="en-IN"/>
        </a:p>
      </dgm:t>
    </dgm:pt>
    <dgm:pt modelId="{6E46EB55-52E7-4F1B-9686-7CF418305066}">
      <dgm:prSet phldrT="[Text]"/>
      <dgm:spPr/>
      <dgm:t>
        <a:bodyPr/>
        <a:lstStyle/>
        <a:p>
          <a:r>
            <a:rPr lang="en-IN" dirty="0"/>
            <a:t>Decision</a:t>
          </a:r>
        </a:p>
      </dgm:t>
    </dgm:pt>
    <dgm:pt modelId="{B1F6D08E-D6BB-44EF-A8D2-1F2243E8B5D4}" type="parTrans" cxnId="{A6AE5F45-5018-4F5D-B185-BEC98C1DEDBC}">
      <dgm:prSet/>
      <dgm:spPr/>
      <dgm:t>
        <a:bodyPr/>
        <a:lstStyle/>
        <a:p>
          <a:endParaRPr lang="en-IN"/>
        </a:p>
      </dgm:t>
    </dgm:pt>
    <dgm:pt modelId="{415A320D-856A-43A9-9A07-89449D93D7C2}" type="sibTrans" cxnId="{A6AE5F45-5018-4F5D-B185-BEC98C1DEDBC}">
      <dgm:prSet/>
      <dgm:spPr/>
      <dgm:t>
        <a:bodyPr/>
        <a:lstStyle/>
        <a:p>
          <a:endParaRPr lang="en-IN"/>
        </a:p>
      </dgm:t>
    </dgm:pt>
    <dgm:pt modelId="{D920099B-C4F1-47B9-8718-FFE6AE54DF91}">
      <dgm:prSet phldrT="[Text]"/>
      <dgm:spPr/>
      <dgm:t>
        <a:bodyPr/>
        <a:lstStyle/>
        <a:p>
          <a:r>
            <a:rPr lang="en-IN" dirty="0"/>
            <a:t>GenAI</a:t>
          </a:r>
        </a:p>
      </dgm:t>
    </dgm:pt>
    <dgm:pt modelId="{00A7FB9E-5B3B-49B4-996E-0FDCF16143E0}" type="parTrans" cxnId="{CDF82C93-628A-4FA3-BEF2-EDFFBD84D94B}">
      <dgm:prSet/>
      <dgm:spPr/>
      <dgm:t>
        <a:bodyPr/>
        <a:lstStyle/>
        <a:p>
          <a:endParaRPr lang="en-IN"/>
        </a:p>
      </dgm:t>
    </dgm:pt>
    <dgm:pt modelId="{BAA2FDCC-C351-4011-899A-65DBE49CC633}" type="sibTrans" cxnId="{CDF82C93-628A-4FA3-BEF2-EDFFBD84D94B}">
      <dgm:prSet/>
      <dgm:spPr/>
      <dgm:t>
        <a:bodyPr/>
        <a:lstStyle/>
        <a:p>
          <a:endParaRPr lang="en-IN"/>
        </a:p>
      </dgm:t>
    </dgm:pt>
    <dgm:pt modelId="{D79A5A3B-E34C-47D4-9930-C66305BEAE3A}">
      <dgm:prSet phldrT="[Text]"/>
      <dgm:spPr/>
      <dgm:t>
        <a:bodyPr/>
        <a:lstStyle/>
        <a:p>
          <a:r>
            <a:rPr lang="en-IN" dirty="0"/>
            <a:t>Safety</a:t>
          </a:r>
        </a:p>
      </dgm:t>
    </dgm:pt>
    <dgm:pt modelId="{CF682048-2473-427D-8099-30719BC8522F}" type="parTrans" cxnId="{97E7EF54-6CBB-4A2B-80D0-9848A453D4FC}">
      <dgm:prSet/>
      <dgm:spPr/>
      <dgm:t>
        <a:bodyPr/>
        <a:lstStyle/>
        <a:p>
          <a:endParaRPr lang="en-IN"/>
        </a:p>
      </dgm:t>
    </dgm:pt>
    <dgm:pt modelId="{153E3BA6-656E-4DEB-97D5-15B32DC875A6}" type="sibTrans" cxnId="{97E7EF54-6CBB-4A2B-80D0-9848A453D4FC}">
      <dgm:prSet/>
      <dgm:spPr/>
      <dgm:t>
        <a:bodyPr/>
        <a:lstStyle/>
        <a:p>
          <a:endParaRPr lang="en-IN"/>
        </a:p>
      </dgm:t>
    </dgm:pt>
    <dgm:pt modelId="{A628323E-D02F-49BB-AB2A-7A5532818037}">
      <dgm:prSet phldrT="[Text]"/>
      <dgm:spPr/>
      <dgm:t>
        <a:bodyPr/>
        <a:lstStyle/>
        <a:p>
          <a:r>
            <a:rPr lang="en-IN" dirty="0"/>
            <a:t>Plan Validation </a:t>
          </a:r>
        </a:p>
      </dgm:t>
    </dgm:pt>
    <dgm:pt modelId="{DCFE3148-891F-4EC3-882B-3EF398B0B478}" type="parTrans" cxnId="{1BCFF6BD-8BB3-4DAE-9A64-0DF372D64DB4}">
      <dgm:prSet/>
      <dgm:spPr/>
      <dgm:t>
        <a:bodyPr/>
        <a:lstStyle/>
        <a:p>
          <a:endParaRPr lang="en-IN"/>
        </a:p>
      </dgm:t>
    </dgm:pt>
    <dgm:pt modelId="{BB3F1100-E7D2-40E6-81D5-73BF1E46FCF3}" type="sibTrans" cxnId="{1BCFF6BD-8BB3-4DAE-9A64-0DF372D64DB4}">
      <dgm:prSet/>
      <dgm:spPr/>
      <dgm:t>
        <a:bodyPr/>
        <a:lstStyle/>
        <a:p>
          <a:endParaRPr lang="en-IN"/>
        </a:p>
      </dgm:t>
    </dgm:pt>
    <dgm:pt modelId="{99B12160-9583-490C-A8E5-3B88B342E98A}">
      <dgm:prSet phldrT="[Text]"/>
      <dgm:spPr/>
      <dgm:t>
        <a:bodyPr/>
        <a:lstStyle/>
        <a:p>
          <a:r>
            <a:rPr lang="en-IN"/>
            <a:t>Self-Healing UI</a:t>
          </a:r>
          <a:endParaRPr lang="en-IN" dirty="0"/>
        </a:p>
      </dgm:t>
    </dgm:pt>
    <dgm:pt modelId="{88E40D33-69C4-417C-BA42-A62FBC95365A}" type="parTrans" cxnId="{AC6C41CD-04EF-4E2C-808B-E9328F9C9F1D}">
      <dgm:prSet/>
      <dgm:spPr/>
      <dgm:t>
        <a:bodyPr/>
        <a:lstStyle/>
        <a:p>
          <a:endParaRPr lang="en-IN"/>
        </a:p>
      </dgm:t>
    </dgm:pt>
    <dgm:pt modelId="{5DC8FC7A-D2E3-4EBC-99D9-4E8F6D07CA68}" type="sibTrans" cxnId="{AC6C41CD-04EF-4E2C-808B-E9328F9C9F1D}">
      <dgm:prSet/>
      <dgm:spPr/>
      <dgm:t>
        <a:bodyPr/>
        <a:lstStyle/>
        <a:p>
          <a:endParaRPr lang="en-IN"/>
        </a:p>
      </dgm:t>
    </dgm:pt>
    <dgm:pt modelId="{38E6C5EE-09F6-4013-B5C0-83DE68FDB71E}" type="pres">
      <dgm:prSet presAssocID="{D9CA4A52-4A6E-49B5-9F4E-9A0394EDFA34}" presName="Name0" presStyleCnt="0">
        <dgm:presLayoutVars>
          <dgm:dir/>
          <dgm:resizeHandles/>
        </dgm:presLayoutVars>
      </dgm:prSet>
      <dgm:spPr/>
    </dgm:pt>
    <dgm:pt modelId="{0AA4EE70-FF57-48D7-88CF-243C511D452F}" type="pres">
      <dgm:prSet presAssocID="{DF1A7DE9-3C1B-4135-B58A-DA7D8EF8192C}" presName="compNode" presStyleCnt="0"/>
      <dgm:spPr/>
    </dgm:pt>
    <dgm:pt modelId="{98DF7316-82CC-4A2C-A4EB-9DF28EF7BF1E}" type="pres">
      <dgm:prSet presAssocID="{DF1A7DE9-3C1B-4135-B58A-DA7D8EF8192C}" presName="dummyConnPt" presStyleCnt="0"/>
      <dgm:spPr/>
    </dgm:pt>
    <dgm:pt modelId="{64E71B2C-7CAA-498E-8CC2-05B6CB9893FD}" type="pres">
      <dgm:prSet presAssocID="{DF1A7DE9-3C1B-4135-B58A-DA7D8EF8192C}" presName="node" presStyleLbl="node1" presStyleIdx="0" presStyleCnt="7">
        <dgm:presLayoutVars>
          <dgm:bulletEnabled val="1"/>
        </dgm:presLayoutVars>
      </dgm:prSet>
      <dgm:spPr/>
    </dgm:pt>
    <dgm:pt modelId="{D3BF91F9-1D7A-4720-AF7A-4104425B3AF0}" type="pres">
      <dgm:prSet presAssocID="{A8C61FD2-7028-40AE-BBC1-31F1AF4FAB7E}" presName="sibTrans" presStyleLbl="bgSibTrans2D1" presStyleIdx="0" presStyleCnt="6"/>
      <dgm:spPr/>
    </dgm:pt>
    <dgm:pt modelId="{9E95AE7A-BD9D-4862-96EA-B8ABDF1C65F1}" type="pres">
      <dgm:prSet presAssocID="{A40D459F-F07B-41FD-B29E-13C783ABF70A}" presName="compNode" presStyleCnt="0"/>
      <dgm:spPr/>
    </dgm:pt>
    <dgm:pt modelId="{FACBD0EA-7A61-46BC-A3EA-18DB0BA1A73E}" type="pres">
      <dgm:prSet presAssocID="{A40D459F-F07B-41FD-B29E-13C783ABF70A}" presName="dummyConnPt" presStyleCnt="0"/>
      <dgm:spPr/>
    </dgm:pt>
    <dgm:pt modelId="{70287A7E-E36B-4B36-AE85-5E55153BD38A}" type="pres">
      <dgm:prSet presAssocID="{A40D459F-F07B-41FD-B29E-13C783ABF70A}" presName="node" presStyleLbl="node1" presStyleIdx="1" presStyleCnt="7">
        <dgm:presLayoutVars>
          <dgm:bulletEnabled val="1"/>
        </dgm:presLayoutVars>
      </dgm:prSet>
      <dgm:spPr/>
    </dgm:pt>
    <dgm:pt modelId="{254F518E-9A0B-48B1-924F-25546C937CF3}" type="pres">
      <dgm:prSet presAssocID="{A020063C-828B-4933-965C-6ECE9FEF0CD4}" presName="sibTrans" presStyleLbl="bgSibTrans2D1" presStyleIdx="1" presStyleCnt="6"/>
      <dgm:spPr/>
    </dgm:pt>
    <dgm:pt modelId="{4F49F00B-E558-45A0-BBF6-633233AB39AF}" type="pres">
      <dgm:prSet presAssocID="{6E46EB55-52E7-4F1B-9686-7CF418305066}" presName="compNode" presStyleCnt="0"/>
      <dgm:spPr/>
    </dgm:pt>
    <dgm:pt modelId="{200D749F-E60E-4318-A8FF-5E0BDBF3EF5F}" type="pres">
      <dgm:prSet presAssocID="{6E46EB55-52E7-4F1B-9686-7CF418305066}" presName="dummyConnPt" presStyleCnt="0"/>
      <dgm:spPr/>
    </dgm:pt>
    <dgm:pt modelId="{A0392378-9731-4E01-B50A-7A55AB65C4EF}" type="pres">
      <dgm:prSet presAssocID="{6E46EB55-52E7-4F1B-9686-7CF418305066}" presName="node" presStyleLbl="node1" presStyleIdx="2" presStyleCnt="7">
        <dgm:presLayoutVars>
          <dgm:bulletEnabled val="1"/>
        </dgm:presLayoutVars>
      </dgm:prSet>
      <dgm:spPr/>
    </dgm:pt>
    <dgm:pt modelId="{0BB7EE66-C412-418A-85BC-D5F36A30DA38}" type="pres">
      <dgm:prSet presAssocID="{415A320D-856A-43A9-9A07-89449D93D7C2}" presName="sibTrans" presStyleLbl="bgSibTrans2D1" presStyleIdx="2" presStyleCnt="6"/>
      <dgm:spPr/>
    </dgm:pt>
    <dgm:pt modelId="{DEF74408-CDAA-443A-9ABE-9D3D157B3859}" type="pres">
      <dgm:prSet presAssocID="{D920099B-C4F1-47B9-8718-FFE6AE54DF91}" presName="compNode" presStyleCnt="0"/>
      <dgm:spPr/>
    </dgm:pt>
    <dgm:pt modelId="{94BA52BF-E17F-4660-B7B3-CAB24652015B}" type="pres">
      <dgm:prSet presAssocID="{D920099B-C4F1-47B9-8718-FFE6AE54DF91}" presName="dummyConnPt" presStyleCnt="0"/>
      <dgm:spPr/>
    </dgm:pt>
    <dgm:pt modelId="{92FFDA34-906D-4A2F-85A7-09BB78C025D8}" type="pres">
      <dgm:prSet presAssocID="{D920099B-C4F1-47B9-8718-FFE6AE54DF91}" presName="node" presStyleLbl="node1" presStyleIdx="3" presStyleCnt="7">
        <dgm:presLayoutVars>
          <dgm:bulletEnabled val="1"/>
        </dgm:presLayoutVars>
      </dgm:prSet>
      <dgm:spPr/>
    </dgm:pt>
    <dgm:pt modelId="{D8424E4B-78B7-46F1-891F-502D6743D3E7}" type="pres">
      <dgm:prSet presAssocID="{BAA2FDCC-C351-4011-899A-65DBE49CC633}" presName="sibTrans" presStyleLbl="bgSibTrans2D1" presStyleIdx="3" presStyleCnt="6"/>
      <dgm:spPr/>
    </dgm:pt>
    <dgm:pt modelId="{E6BDC618-F332-431F-A10C-FD87E5098B9B}" type="pres">
      <dgm:prSet presAssocID="{D79A5A3B-E34C-47D4-9930-C66305BEAE3A}" presName="compNode" presStyleCnt="0"/>
      <dgm:spPr/>
    </dgm:pt>
    <dgm:pt modelId="{53F3DB4E-11F3-4FED-B280-DFBD7D668E9A}" type="pres">
      <dgm:prSet presAssocID="{D79A5A3B-E34C-47D4-9930-C66305BEAE3A}" presName="dummyConnPt" presStyleCnt="0"/>
      <dgm:spPr/>
    </dgm:pt>
    <dgm:pt modelId="{6C7F609C-9523-45FD-8C0C-6AE1BCE8FAE8}" type="pres">
      <dgm:prSet presAssocID="{D79A5A3B-E34C-47D4-9930-C66305BEAE3A}" presName="node" presStyleLbl="node1" presStyleIdx="4" presStyleCnt="7">
        <dgm:presLayoutVars>
          <dgm:bulletEnabled val="1"/>
        </dgm:presLayoutVars>
      </dgm:prSet>
      <dgm:spPr/>
    </dgm:pt>
    <dgm:pt modelId="{09567539-4F50-4641-B0E7-B50AE868AA8B}" type="pres">
      <dgm:prSet presAssocID="{153E3BA6-656E-4DEB-97D5-15B32DC875A6}" presName="sibTrans" presStyleLbl="bgSibTrans2D1" presStyleIdx="4" presStyleCnt="6"/>
      <dgm:spPr/>
    </dgm:pt>
    <dgm:pt modelId="{BDB7E4C5-B7D6-442B-ABA4-72710993DCE8}" type="pres">
      <dgm:prSet presAssocID="{A628323E-D02F-49BB-AB2A-7A5532818037}" presName="compNode" presStyleCnt="0"/>
      <dgm:spPr/>
    </dgm:pt>
    <dgm:pt modelId="{C404141D-11E6-4AFC-96C1-A549E7393A85}" type="pres">
      <dgm:prSet presAssocID="{A628323E-D02F-49BB-AB2A-7A5532818037}" presName="dummyConnPt" presStyleCnt="0"/>
      <dgm:spPr/>
    </dgm:pt>
    <dgm:pt modelId="{1CEEE29E-5C80-46C1-8CC8-77DBE7A169F2}" type="pres">
      <dgm:prSet presAssocID="{A628323E-D02F-49BB-AB2A-7A5532818037}" presName="node" presStyleLbl="node1" presStyleIdx="5" presStyleCnt="7">
        <dgm:presLayoutVars>
          <dgm:bulletEnabled val="1"/>
        </dgm:presLayoutVars>
      </dgm:prSet>
      <dgm:spPr/>
    </dgm:pt>
    <dgm:pt modelId="{58F258A8-B75F-4EC2-903A-C7CE0CFC001A}" type="pres">
      <dgm:prSet presAssocID="{BB3F1100-E7D2-40E6-81D5-73BF1E46FCF3}" presName="sibTrans" presStyleLbl="bgSibTrans2D1" presStyleIdx="5" presStyleCnt="6"/>
      <dgm:spPr/>
    </dgm:pt>
    <dgm:pt modelId="{7569A2A6-1773-4957-978D-5D2F36908337}" type="pres">
      <dgm:prSet presAssocID="{99B12160-9583-490C-A8E5-3B88B342E98A}" presName="compNode" presStyleCnt="0"/>
      <dgm:spPr/>
    </dgm:pt>
    <dgm:pt modelId="{19C2312E-D812-4B50-801B-B338404684B2}" type="pres">
      <dgm:prSet presAssocID="{99B12160-9583-490C-A8E5-3B88B342E98A}" presName="dummyConnPt" presStyleCnt="0"/>
      <dgm:spPr/>
    </dgm:pt>
    <dgm:pt modelId="{DBD8B941-0637-406D-9D17-E60659ED38BC}" type="pres">
      <dgm:prSet presAssocID="{99B12160-9583-490C-A8E5-3B88B342E98A}" presName="node" presStyleLbl="node1" presStyleIdx="6" presStyleCnt="7">
        <dgm:presLayoutVars>
          <dgm:bulletEnabled val="1"/>
        </dgm:presLayoutVars>
      </dgm:prSet>
      <dgm:spPr/>
    </dgm:pt>
  </dgm:ptLst>
  <dgm:cxnLst>
    <dgm:cxn modelId="{61C54C10-D583-45D0-96EB-B853E329FA8D}" type="presOf" srcId="{D920099B-C4F1-47B9-8718-FFE6AE54DF91}" destId="{92FFDA34-906D-4A2F-85A7-09BB78C025D8}" srcOrd="0" destOrd="0" presId="urn:microsoft.com/office/officeart/2005/8/layout/bProcess4"/>
    <dgm:cxn modelId="{6435C21F-883A-441C-9EC1-AD13FA64CC12}" srcId="{D9CA4A52-4A6E-49B5-9F4E-9A0394EDFA34}" destId="{DF1A7DE9-3C1B-4135-B58A-DA7D8EF8192C}" srcOrd="0" destOrd="0" parTransId="{51265B02-5942-40A3-AE3C-386E222953F2}" sibTransId="{A8C61FD2-7028-40AE-BBC1-31F1AF4FAB7E}"/>
    <dgm:cxn modelId="{AEA5F225-F38B-4ECB-BA6F-1017883185CD}" type="presOf" srcId="{D79A5A3B-E34C-47D4-9930-C66305BEAE3A}" destId="{6C7F609C-9523-45FD-8C0C-6AE1BCE8FAE8}" srcOrd="0" destOrd="0" presId="urn:microsoft.com/office/officeart/2005/8/layout/bProcess4"/>
    <dgm:cxn modelId="{153A5E3B-F764-4F83-8105-63203F548ED7}" srcId="{D9CA4A52-4A6E-49B5-9F4E-9A0394EDFA34}" destId="{A40D459F-F07B-41FD-B29E-13C783ABF70A}" srcOrd="1" destOrd="0" parTransId="{2AD3E089-075A-45D8-9CED-8A68DE19996E}" sibTransId="{A020063C-828B-4933-965C-6ECE9FEF0CD4}"/>
    <dgm:cxn modelId="{1A2B4F40-1E20-48DA-AECB-1967E00A543C}" type="presOf" srcId="{A40D459F-F07B-41FD-B29E-13C783ABF70A}" destId="{70287A7E-E36B-4B36-AE85-5E55153BD38A}" srcOrd="0" destOrd="0" presId="urn:microsoft.com/office/officeart/2005/8/layout/bProcess4"/>
    <dgm:cxn modelId="{A6AE5F45-5018-4F5D-B185-BEC98C1DEDBC}" srcId="{D9CA4A52-4A6E-49B5-9F4E-9A0394EDFA34}" destId="{6E46EB55-52E7-4F1B-9686-7CF418305066}" srcOrd="2" destOrd="0" parTransId="{B1F6D08E-D6BB-44EF-A8D2-1F2243E8B5D4}" sibTransId="{415A320D-856A-43A9-9A07-89449D93D7C2}"/>
    <dgm:cxn modelId="{E059D26B-9059-4A7D-88EF-982334C28BCC}" type="presOf" srcId="{A020063C-828B-4933-965C-6ECE9FEF0CD4}" destId="{254F518E-9A0B-48B1-924F-25546C937CF3}" srcOrd="0" destOrd="0" presId="urn:microsoft.com/office/officeart/2005/8/layout/bProcess4"/>
    <dgm:cxn modelId="{016DDE4F-494A-46DE-A011-65469FEA327E}" type="presOf" srcId="{D9CA4A52-4A6E-49B5-9F4E-9A0394EDFA34}" destId="{38E6C5EE-09F6-4013-B5C0-83DE68FDB71E}" srcOrd="0" destOrd="0" presId="urn:microsoft.com/office/officeart/2005/8/layout/bProcess4"/>
    <dgm:cxn modelId="{F1596552-684A-46A7-9661-E0DA60A4F968}" type="presOf" srcId="{BB3F1100-E7D2-40E6-81D5-73BF1E46FCF3}" destId="{58F258A8-B75F-4EC2-903A-C7CE0CFC001A}" srcOrd="0" destOrd="0" presId="urn:microsoft.com/office/officeart/2005/8/layout/bProcess4"/>
    <dgm:cxn modelId="{62622374-7A29-4724-B6A4-CF33BF5CFA81}" type="presOf" srcId="{A8C61FD2-7028-40AE-BBC1-31F1AF4FAB7E}" destId="{D3BF91F9-1D7A-4720-AF7A-4104425B3AF0}" srcOrd="0" destOrd="0" presId="urn:microsoft.com/office/officeart/2005/8/layout/bProcess4"/>
    <dgm:cxn modelId="{97E7EF54-6CBB-4A2B-80D0-9848A453D4FC}" srcId="{D9CA4A52-4A6E-49B5-9F4E-9A0394EDFA34}" destId="{D79A5A3B-E34C-47D4-9930-C66305BEAE3A}" srcOrd="4" destOrd="0" parTransId="{CF682048-2473-427D-8099-30719BC8522F}" sibTransId="{153E3BA6-656E-4DEB-97D5-15B32DC875A6}"/>
    <dgm:cxn modelId="{8236C875-C752-4F43-B060-256924DCA54F}" type="presOf" srcId="{6E46EB55-52E7-4F1B-9686-7CF418305066}" destId="{A0392378-9731-4E01-B50A-7A55AB65C4EF}" srcOrd="0" destOrd="0" presId="urn:microsoft.com/office/officeart/2005/8/layout/bProcess4"/>
    <dgm:cxn modelId="{191B777D-E65C-4E44-BB5F-469093ABC30B}" type="presOf" srcId="{99B12160-9583-490C-A8E5-3B88B342E98A}" destId="{DBD8B941-0637-406D-9D17-E60659ED38BC}" srcOrd="0" destOrd="0" presId="urn:microsoft.com/office/officeart/2005/8/layout/bProcess4"/>
    <dgm:cxn modelId="{CDF82C93-628A-4FA3-BEF2-EDFFBD84D94B}" srcId="{D9CA4A52-4A6E-49B5-9F4E-9A0394EDFA34}" destId="{D920099B-C4F1-47B9-8718-FFE6AE54DF91}" srcOrd="3" destOrd="0" parTransId="{00A7FB9E-5B3B-49B4-996E-0FDCF16143E0}" sibTransId="{BAA2FDCC-C351-4011-899A-65DBE49CC633}"/>
    <dgm:cxn modelId="{97FAC098-760E-4173-B41B-9151DDE366E4}" type="presOf" srcId="{415A320D-856A-43A9-9A07-89449D93D7C2}" destId="{0BB7EE66-C412-418A-85BC-D5F36A30DA38}" srcOrd="0" destOrd="0" presId="urn:microsoft.com/office/officeart/2005/8/layout/bProcess4"/>
    <dgm:cxn modelId="{08AB50A0-D906-4180-B222-81E861ABEFDD}" type="presOf" srcId="{A628323E-D02F-49BB-AB2A-7A5532818037}" destId="{1CEEE29E-5C80-46C1-8CC8-77DBE7A169F2}" srcOrd="0" destOrd="0" presId="urn:microsoft.com/office/officeart/2005/8/layout/bProcess4"/>
    <dgm:cxn modelId="{E1EC59A3-B187-4A7B-A81F-FEA884D2E881}" type="presOf" srcId="{153E3BA6-656E-4DEB-97D5-15B32DC875A6}" destId="{09567539-4F50-4641-B0E7-B50AE868AA8B}" srcOrd="0" destOrd="0" presId="urn:microsoft.com/office/officeart/2005/8/layout/bProcess4"/>
    <dgm:cxn modelId="{1BCFF6BD-8BB3-4DAE-9A64-0DF372D64DB4}" srcId="{D9CA4A52-4A6E-49B5-9F4E-9A0394EDFA34}" destId="{A628323E-D02F-49BB-AB2A-7A5532818037}" srcOrd="5" destOrd="0" parTransId="{DCFE3148-891F-4EC3-882B-3EF398B0B478}" sibTransId="{BB3F1100-E7D2-40E6-81D5-73BF1E46FCF3}"/>
    <dgm:cxn modelId="{AC6C41CD-04EF-4E2C-808B-E9328F9C9F1D}" srcId="{D9CA4A52-4A6E-49B5-9F4E-9A0394EDFA34}" destId="{99B12160-9583-490C-A8E5-3B88B342E98A}" srcOrd="6" destOrd="0" parTransId="{88E40D33-69C4-417C-BA42-A62FBC95365A}" sibTransId="{5DC8FC7A-D2E3-4EBC-99D9-4E8F6D07CA68}"/>
    <dgm:cxn modelId="{FAB64DD4-4096-43C8-A91C-B4C0193C1C6E}" type="presOf" srcId="{DF1A7DE9-3C1B-4135-B58A-DA7D8EF8192C}" destId="{64E71B2C-7CAA-498E-8CC2-05B6CB9893FD}" srcOrd="0" destOrd="0" presId="urn:microsoft.com/office/officeart/2005/8/layout/bProcess4"/>
    <dgm:cxn modelId="{023C95F2-CDDB-47B7-9383-BCDBE06590EA}" type="presOf" srcId="{BAA2FDCC-C351-4011-899A-65DBE49CC633}" destId="{D8424E4B-78B7-46F1-891F-502D6743D3E7}" srcOrd="0" destOrd="0" presId="urn:microsoft.com/office/officeart/2005/8/layout/bProcess4"/>
    <dgm:cxn modelId="{6AAB824C-2DCB-4AF0-B156-C372ACDE4984}" type="presParOf" srcId="{38E6C5EE-09F6-4013-B5C0-83DE68FDB71E}" destId="{0AA4EE70-FF57-48D7-88CF-243C511D452F}" srcOrd="0" destOrd="0" presId="urn:microsoft.com/office/officeart/2005/8/layout/bProcess4"/>
    <dgm:cxn modelId="{755A6720-E3C3-4EF2-8EB7-CD4AE1124752}" type="presParOf" srcId="{0AA4EE70-FF57-48D7-88CF-243C511D452F}" destId="{98DF7316-82CC-4A2C-A4EB-9DF28EF7BF1E}" srcOrd="0" destOrd="0" presId="urn:microsoft.com/office/officeart/2005/8/layout/bProcess4"/>
    <dgm:cxn modelId="{EB22A00B-855A-4B0E-951C-AB67E3A76F05}" type="presParOf" srcId="{0AA4EE70-FF57-48D7-88CF-243C511D452F}" destId="{64E71B2C-7CAA-498E-8CC2-05B6CB9893FD}" srcOrd="1" destOrd="0" presId="urn:microsoft.com/office/officeart/2005/8/layout/bProcess4"/>
    <dgm:cxn modelId="{67AB0487-98BA-459F-B44E-C28D541418E3}" type="presParOf" srcId="{38E6C5EE-09F6-4013-B5C0-83DE68FDB71E}" destId="{D3BF91F9-1D7A-4720-AF7A-4104425B3AF0}" srcOrd="1" destOrd="0" presId="urn:microsoft.com/office/officeart/2005/8/layout/bProcess4"/>
    <dgm:cxn modelId="{2E3B9D75-A0C0-4451-ACE0-039AE27DAE9B}" type="presParOf" srcId="{38E6C5EE-09F6-4013-B5C0-83DE68FDB71E}" destId="{9E95AE7A-BD9D-4862-96EA-B8ABDF1C65F1}" srcOrd="2" destOrd="0" presId="urn:microsoft.com/office/officeart/2005/8/layout/bProcess4"/>
    <dgm:cxn modelId="{4A732DA2-6D89-4DB6-8B85-E1DEFCE4361F}" type="presParOf" srcId="{9E95AE7A-BD9D-4862-96EA-B8ABDF1C65F1}" destId="{FACBD0EA-7A61-46BC-A3EA-18DB0BA1A73E}" srcOrd="0" destOrd="0" presId="urn:microsoft.com/office/officeart/2005/8/layout/bProcess4"/>
    <dgm:cxn modelId="{43ECF145-78A8-45A5-88EF-5DACFB223A10}" type="presParOf" srcId="{9E95AE7A-BD9D-4862-96EA-B8ABDF1C65F1}" destId="{70287A7E-E36B-4B36-AE85-5E55153BD38A}" srcOrd="1" destOrd="0" presId="urn:microsoft.com/office/officeart/2005/8/layout/bProcess4"/>
    <dgm:cxn modelId="{948428E1-29C1-4BE4-BBFF-280974A118FE}" type="presParOf" srcId="{38E6C5EE-09F6-4013-B5C0-83DE68FDB71E}" destId="{254F518E-9A0B-48B1-924F-25546C937CF3}" srcOrd="3" destOrd="0" presId="urn:microsoft.com/office/officeart/2005/8/layout/bProcess4"/>
    <dgm:cxn modelId="{5E5E3ED4-8B20-426B-B5F2-8EBF08EB6241}" type="presParOf" srcId="{38E6C5EE-09F6-4013-B5C0-83DE68FDB71E}" destId="{4F49F00B-E558-45A0-BBF6-633233AB39AF}" srcOrd="4" destOrd="0" presId="urn:microsoft.com/office/officeart/2005/8/layout/bProcess4"/>
    <dgm:cxn modelId="{4EF2D352-F525-4BA4-9D1B-5CC664A2EC63}" type="presParOf" srcId="{4F49F00B-E558-45A0-BBF6-633233AB39AF}" destId="{200D749F-E60E-4318-A8FF-5E0BDBF3EF5F}" srcOrd="0" destOrd="0" presId="urn:microsoft.com/office/officeart/2005/8/layout/bProcess4"/>
    <dgm:cxn modelId="{74DF609F-2AE7-47E5-A3DC-A1FC82A1BEE0}" type="presParOf" srcId="{4F49F00B-E558-45A0-BBF6-633233AB39AF}" destId="{A0392378-9731-4E01-B50A-7A55AB65C4EF}" srcOrd="1" destOrd="0" presId="urn:microsoft.com/office/officeart/2005/8/layout/bProcess4"/>
    <dgm:cxn modelId="{A4E45097-44FD-495C-A82A-EC2FFC956C5C}" type="presParOf" srcId="{38E6C5EE-09F6-4013-B5C0-83DE68FDB71E}" destId="{0BB7EE66-C412-418A-85BC-D5F36A30DA38}" srcOrd="5" destOrd="0" presId="urn:microsoft.com/office/officeart/2005/8/layout/bProcess4"/>
    <dgm:cxn modelId="{03A1856A-4EE0-41E5-8DB1-0C7CB8F019DE}" type="presParOf" srcId="{38E6C5EE-09F6-4013-B5C0-83DE68FDB71E}" destId="{DEF74408-CDAA-443A-9ABE-9D3D157B3859}" srcOrd="6" destOrd="0" presId="urn:microsoft.com/office/officeart/2005/8/layout/bProcess4"/>
    <dgm:cxn modelId="{BF2F4805-4288-4C59-87C1-D99F5F09F579}" type="presParOf" srcId="{DEF74408-CDAA-443A-9ABE-9D3D157B3859}" destId="{94BA52BF-E17F-4660-B7B3-CAB24652015B}" srcOrd="0" destOrd="0" presId="urn:microsoft.com/office/officeart/2005/8/layout/bProcess4"/>
    <dgm:cxn modelId="{E7A2B8BC-51B8-40B3-899B-4E1F9A440DFE}" type="presParOf" srcId="{DEF74408-CDAA-443A-9ABE-9D3D157B3859}" destId="{92FFDA34-906D-4A2F-85A7-09BB78C025D8}" srcOrd="1" destOrd="0" presId="urn:microsoft.com/office/officeart/2005/8/layout/bProcess4"/>
    <dgm:cxn modelId="{56A3A32A-7BEC-45AE-AF23-BE0B026B4778}" type="presParOf" srcId="{38E6C5EE-09F6-4013-B5C0-83DE68FDB71E}" destId="{D8424E4B-78B7-46F1-891F-502D6743D3E7}" srcOrd="7" destOrd="0" presId="urn:microsoft.com/office/officeart/2005/8/layout/bProcess4"/>
    <dgm:cxn modelId="{44140596-3A32-4F8E-AD57-CA953AD7A2D5}" type="presParOf" srcId="{38E6C5EE-09F6-4013-B5C0-83DE68FDB71E}" destId="{E6BDC618-F332-431F-A10C-FD87E5098B9B}" srcOrd="8" destOrd="0" presId="urn:microsoft.com/office/officeart/2005/8/layout/bProcess4"/>
    <dgm:cxn modelId="{14CB704C-9E35-48FC-B534-745A9CDF96ED}" type="presParOf" srcId="{E6BDC618-F332-431F-A10C-FD87E5098B9B}" destId="{53F3DB4E-11F3-4FED-B280-DFBD7D668E9A}" srcOrd="0" destOrd="0" presId="urn:microsoft.com/office/officeart/2005/8/layout/bProcess4"/>
    <dgm:cxn modelId="{DF6F2949-BEAB-4D81-9549-8638A3758BBF}" type="presParOf" srcId="{E6BDC618-F332-431F-A10C-FD87E5098B9B}" destId="{6C7F609C-9523-45FD-8C0C-6AE1BCE8FAE8}" srcOrd="1" destOrd="0" presId="urn:microsoft.com/office/officeart/2005/8/layout/bProcess4"/>
    <dgm:cxn modelId="{A0C90C83-2EE1-4067-A287-382FABB0B8BE}" type="presParOf" srcId="{38E6C5EE-09F6-4013-B5C0-83DE68FDB71E}" destId="{09567539-4F50-4641-B0E7-B50AE868AA8B}" srcOrd="9" destOrd="0" presId="urn:microsoft.com/office/officeart/2005/8/layout/bProcess4"/>
    <dgm:cxn modelId="{A50DF56B-8E46-4CB5-BD80-26EC401FCDE5}" type="presParOf" srcId="{38E6C5EE-09F6-4013-B5C0-83DE68FDB71E}" destId="{BDB7E4C5-B7D6-442B-ABA4-72710993DCE8}" srcOrd="10" destOrd="0" presId="urn:microsoft.com/office/officeart/2005/8/layout/bProcess4"/>
    <dgm:cxn modelId="{8E1452E2-66F9-492E-B967-171035D54E91}" type="presParOf" srcId="{BDB7E4C5-B7D6-442B-ABA4-72710993DCE8}" destId="{C404141D-11E6-4AFC-96C1-A549E7393A85}" srcOrd="0" destOrd="0" presId="urn:microsoft.com/office/officeart/2005/8/layout/bProcess4"/>
    <dgm:cxn modelId="{5F146320-D965-485F-89A1-E4E03566147F}" type="presParOf" srcId="{BDB7E4C5-B7D6-442B-ABA4-72710993DCE8}" destId="{1CEEE29E-5C80-46C1-8CC8-77DBE7A169F2}" srcOrd="1" destOrd="0" presId="urn:microsoft.com/office/officeart/2005/8/layout/bProcess4"/>
    <dgm:cxn modelId="{CFA3A323-BBC4-452E-A3C5-A0EDCB11F7AC}" type="presParOf" srcId="{38E6C5EE-09F6-4013-B5C0-83DE68FDB71E}" destId="{58F258A8-B75F-4EC2-903A-C7CE0CFC001A}" srcOrd="11" destOrd="0" presId="urn:microsoft.com/office/officeart/2005/8/layout/bProcess4"/>
    <dgm:cxn modelId="{879D7FF3-BBE6-42E0-84B6-E75D329C765F}" type="presParOf" srcId="{38E6C5EE-09F6-4013-B5C0-83DE68FDB71E}" destId="{7569A2A6-1773-4957-978D-5D2F36908337}" srcOrd="12" destOrd="0" presId="urn:microsoft.com/office/officeart/2005/8/layout/bProcess4"/>
    <dgm:cxn modelId="{B489F3AE-1B96-46FF-AD2B-5FF3FF96C017}" type="presParOf" srcId="{7569A2A6-1773-4957-978D-5D2F36908337}" destId="{19C2312E-D812-4B50-801B-B338404684B2}" srcOrd="0" destOrd="0" presId="urn:microsoft.com/office/officeart/2005/8/layout/bProcess4"/>
    <dgm:cxn modelId="{8A15487F-3A3B-49EF-99FA-A755A4D59C91}" type="presParOf" srcId="{7569A2A6-1773-4957-978D-5D2F36908337}" destId="{DBD8B941-0637-406D-9D17-E60659ED38B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8339A-AF0A-4C26-8249-841A6EDB46B0}">
      <dsp:nvSpPr>
        <dsp:cNvPr id="0" name=""/>
        <dsp:cNvSpPr/>
      </dsp:nvSpPr>
      <dsp:spPr>
        <a:xfrm rot="5400000">
          <a:off x="499204" y="701149"/>
          <a:ext cx="1090840" cy="1318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656F3-972D-40E6-AC2D-2D4389ECA52C}">
      <dsp:nvSpPr>
        <dsp:cNvPr id="0" name=""/>
        <dsp:cNvSpPr/>
      </dsp:nvSpPr>
      <dsp:spPr>
        <a:xfrm>
          <a:off x="747837" y="1568"/>
          <a:ext cx="1464707" cy="8788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USER</a:t>
          </a:r>
          <a:endParaRPr lang="en-IN" sz="1900" kern="1200" dirty="0"/>
        </a:p>
      </dsp:txBody>
      <dsp:txXfrm>
        <a:off x="773577" y="27308"/>
        <a:ext cx="1413227" cy="827344"/>
      </dsp:txXfrm>
    </dsp:sp>
    <dsp:sp modelId="{69D5BE91-E880-4450-9018-5DC527E4DEDC}">
      <dsp:nvSpPr>
        <dsp:cNvPr id="0" name=""/>
        <dsp:cNvSpPr/>
      </dsp:nvSpPr>
      <dsp:spPr>
        <a:xfrm rot="5400000">
          <a:off x="499204" y="1799680"/>
          <a:ext cx="1090840" cy="1318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67FAD-3C6C-4630-99FE-70519307DCB5}">
      <dsp:nvSpPr>
        <dsp:cNvPr id="0" name=""/>
        <dsp:cNvSpPr/>
      </dsp:nvSpPr>
      <dsp:spPr>
        <a:xfrm>
          <a:off x="747837" y="1100098"/>
          <a:ext cx="1464707" cy="8788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INTERATION</a:t>
          </a:r>
          <a:endParaRPr lang="en-IN" sz="1900" kern="1200" dirty="0"/>
        </a:p>
      </dsp:txBody>
      <dsp:txXfrm>
        <a:off x="773577" y="1125838"/>
        <a:ext cx="1413227" cy="827344"/>
      </dsp:txXfrm>
    </dsp:sp>
    <dsp:sp modelId="{974EF221-AAD4-4479-87D8-7B1DEE135B14}">
      <dsp:nvSpPr>
        <dsp:cNvPr id="0" name=""/>
        <dsp:cNvSpPr/>
      </dsp:nvSpPr>
      <dsp:spPr>
        <a:xfrm rot="5400000">
          <a:off x="499204" y="2898210"/>
          <a:ext cx="1090840" cy="13182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E1A72-3418-4646-A692-DD3B3A1E7F6D}">
      <dsp:nvSpPr>
        <dsp:cNvPr id="0" name=""/>
        <dsp:cNvSpPr/>
      </dsp:nvSpPr>
      <dsp:spPr>
        <a:xfrm>
          <a:off x="747837" y="2198629"/>
          <a:ext cx="1464707" cy="8788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TELEMETRY</a:t>
          </a:r>
          <a:endParaRPr lang="en-IN" sz="1900" kern="1200" dirty="0"/>
        </a:p>
      </dsp:txBody>
      <dsp:txXfrm>
        <a:off x="773577" y="2224369"/>
        <a:ext cx="1413227" cy="827344"/>
      </dsp:txXfrm>
    </dsp:sp>
    <dsp:sp modelId="{45244466-F277-456F-89A1-DFA7D0B99049}">
      <dsp:nvSpPr>
        <dsp:cNvPr id="0" name=""/>
        <dsp:cNvSpPr/>
      </dsp:nvSpPr>
      <dsp:spPr>
        <a:xfrm>
          <a:off x="1048469" y="3447476"/>
          <a:ext cx="1940370" cy="1318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49C33-E228-4DCD-824C-288E2533F3DC}">
      <dsp:nvSpPr>
        <dsp:cNvPr id="0" name=""/>
        <dsp:cNvSpPr/>
      </dsp:nvSpPr>
      <dsp:spPr>
        <a:xfrm>
          <a:off x="747837" y="3297160"/>
          <a:ext cx="1464707" cy="87882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FRICTION SCORE</a:t>
          </a:r>
          <a:endParaRPr lang="en-IN" sz="1900" kern="1200" dirty="0"/>
        </a:p>
      </dsp:txBody>
      <dsp:txXfrm>
        <a:off x="773577" y="3322900"/>
        <a:ext cx="1413227" cy="827344"/>
      </dsp:txXfrm>
    </dsp:sp>
    <dsp:sp modelId="{3DC01944-9B13-4E3A-A785-2F59DF3BC203}">
      <dsp:nvSpPr>
        <dsp:cNvPr id="0" name=""/>
        <dsp:cNvSpPr/>
      </dsp:nvSpPr>
      <dsp:spPr>
        <a:xfrm rot="16200000">
          <a:off x="2447265" y="2898210"/>
          <a:ext cx="1090840" cy="13182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BED9F-9021-4573-9FE4-C1439FF9DD45}">
      <dsp:nvSpPr>
        <dsp:cNvPr id="0" name=""/>
        <dsp:cNvSpPr/>
      </dsp:nvSpPr>
      <dsp:spPr>
        <a:xfrm>
          <a:off x="2695898" y="3297160"/>
          <a:ext cx="1464707" cy="87882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COGNITIVE LOAD</a:t>
          </a:r>
          <a:endParaRPr lang="en-IN" sz="1900" kern="1200" dirty="0"/>
        </a:p>
      </dsp:txBody>
      <dsp:txXfrm>
        <a:off x="2721638" y="3322900"/>
        <a:ext cx="1413227" cy="827344"/>
      </dsp:txXfrm>
    </dsp:sp>
    <dsp:sp modelId="{5B9BD511-C794-44FB-87A3-BD3E1E4593A6}">
      <dsp:nvSpPr>
        <dsp:cNvPr id="0" name=""/>
        <dsp:cNvSpPr/>
      </dsp:nvSpPr>
      <dsp:spPr>
        <a:xfrm rot="16200000">
          <a:off x="2447265" y="1799680"/>
          <a:ext cx="1090840" cy="1318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F64C5-3E03-48AE-990A-9A10EA147B20}">
      <dsp:nvSpPr>
        <dsp:cNvPr id="0" name=""/>
        <dsp:cNvSpPr/>
      </dsp:nvSpPr>
      <dsp:spPr>
        <a:xfrm>
          <a:off x="2695898" y="2198629"/>
          <a:ext cx="1464707" cy="8788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WEBSOCKET</a:t>
          </a:r>
          <a:endParaRPr lang="en-IN" sz="1900" kern="1200" dirty="0"/>
        </a:p>
      </dsp:txBody>
      <dsp:txXfrm>
        <a:off x="2721638" y="2224369"/>
        <a:ext cx="1413227" cy="827344"/>
      </dsp:txXfrm>
    </dsp:sp>
    <dsp:sp modelId="{DFF9CE82-9D0C-4D28-ACEE-9C68C1FAA45E}">
      <dsp:nvSpPr>
        <dsp:cNvPr id="0" name=""/>
        <dsp:cNvSpPr/>
      </dsp:nvSpPr>
      <dsp:spPr>
        <a:xfrm rot="16200000">
          <a:off x="2447265" y="701149"/>
          <a:ext cx="1090840" cy="1318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6488A-4BBE-429F-94CF-477F7441E5C9}">
      <dsp:nvSpPr>
        <dsp:cNvPr id="0" name=""/>
        <dsp:cNvSpPr/>
      </dsp:nvSpPr>
      <dsp:spPr>
        <a:xfrm>
          <a:off x="2695898" y="1100098"/>
          <a:ext cx="1464707" cy="8788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DECISION ENGINE</a:t>
          </a:r>
          <a:endParaRPr lang="en-IN" sz="1900" kern="1200" dirty="0"/>
        </a:p>
      </dsp:txBody>
      <dsp:txXfrm>
        <a:off x="2721638" y="1125838"/>
        <a:ext cx="1413227" cy="827344"/>
      </dsp:txXfrm>
    </dsp:sp>
    <dsp:sp modelId="{5D224C09-6BAA-4D49-A98E-4282D430602F}">
      <dsp:nvSpPr>
        <dsp:cNvPr id="0" name=""/>
        <dsp:cNvSpPr/>
      </dsp:nvSpPr>
      <dsp:spPr>
        <a:xfrm>
          <a:off x="2996530" y="151884"/>
          <a:ext cx="1940370" cy="13182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9C04E-7027-4691-AB02-0CAF6919A625}">
      <dsp:nvSpPr>
        <dsp:cNvPr id="0" name=""/>
        <dsp:cNvSpPr/>
      </dsp:nvSpPr>
      <dsp:spPr>
        <a:xfrm>
          <a:off x="2695898" y="1568"/>
          <a:ext cx="1464707" cy="8788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GAN AI</a:t>
          </a:r>
          <a:endParaRPr lang="en-IN" sz="1900" kern="1200" dirty="0"/>
        </a:p>
      </dsp:txBody>
      <dsp:txXfrm>
        <a:off x="2721638" y="27308"/>
        <a:ext cx="1413227" cy="827344"/>
      </dsp:txXfrm>
    </dsp:sp>
    <dsp:sp modelId="{6DBAE5DB-2626-43EC-8F17-E2E634408BEB}">
      <dsp:nvSpPr>
        <dsp:cNvPr id="0" name=""/>
        <dsp:cNvSpPr/>
      </dsp:nvSpPr>
      <dsp:spPr>
        <a:xfrm rot="5400000">
          <a:off x="4395326" y="701149"/>
          <a:ext cx="1090840" cy="1318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FFA30-7531-427E-A371-CE0DC8BDFA76}">
      <dsp:nvSpPr>
        <dsp:cNvPr id="0" name=""/>
        <dsp:cNvSpPr/>
      </dsp:nvSpPr>
      <dsp:spPr>
        <a:xfrm>
          <a:off x="4643959" y="1568"/>
          <a:ext cx="1464707" cy="87882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AST VALIDATION</a:t>
          </a:r>
          <a:endParaRPr lang="en-IN" sz="1900" kern="1200" dirty="0"/>
        </a:p>
      </dsp:txBody>
      <dsp:txXfrm>
        <a:off x="4669699" y="27308"/>
        <a:ext cx="1413227" cy="827344"/>
      </dsp:txXfrm>
    </dsp:sp>
    <dsp:sp modelId="{8D8EEF47-0CDE-4CB6-B5E5-CCE97825134F}">
      <dsp:nvSpPr>
        <dsp:cNvPr id="0" name=""/>
        <dsp:cNvSpPr/>
      </dsp:nvSpPr>
      <dsp:spPr>
        <a:xfrm rot="5400000">
          <a:off x="4395326" y="1799680"/>
          <a:ext cx="1090840" cy="13182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21C44-84D4-4DD2-8114-5F21D17CFBB4}">
      <dsp:nvSpPr>
        <dsp:cNvPr id="0" name=""/>
        <dsp:cNvSpPr/>
      </dsp:nvSpPr>
      <dsp:spPr>
        <a:xfrm>
          <a:off x="4643959" y="1100098"/>
          <a:ext cx="1464707" cy="87882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PLAN VALIDATION</a:t>
          </a:r>
          <a:endParaRPr lang="en-IN" sz="1900" kern="1200" dirty="0"/>
        </a:p>
      </dsp:txBody>
      <dsp:txXfrm>
        <a:off x="4669699" y="1125838"/>
        <a:ext cx="1413227" cy="827344"/>
      </dsp:txXfrm>
    </dsp:sp>
    <dsp:sp modelId="{95EEF692-EB93-4651-8758-F9CC59806012}">
      <dsp:nvSpPr>
        <dsp:cNvPr id="0" name=""/>
        <dsp:cNvSpPr/>
      </dsp:nvSpPr>
      <dsp:spPr>
        <a:xfrm rot="5400000">
          <a:off x="4395326" y="2898210"/>
          <a:ext cx="1090840" cy="1318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746A1-22C3-4B68-904C-8653DA1C0C54}">
      <dsp:nvSpPr>
        <dsp:cNvPr id="0" name=""/>
        <dsp:cNvSpPr/>
      </dsp:nvSpPr>
      <dsp:spPr>
        <a:xfrm>
          <a:off x="4643959" y="2198629"/>
          <a:ext cx="1464707" cy="8788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ADAPTATION TRIGGER</a:t>
          </a:r>
          <a:endParaRPr lang="en-IN" sz="1900" kern="1200" dirty="0"/>
        </a:p>
      </dsp:txBody>
      <dsp:txXfrm>
        <a:off x="4669699" y="2224369"/>
        <a:ext cx="1413227" cy="827344"/>
      </dsp:txXfrm>
    </dsp:sp>
    <dsp:sp modelId="{1B9AEEAD-FF58-413E-8B71-44B3A028C544}">
      <dsp:nvSpPr>
        <dsp:cNvPr id="0" name=""/>
        <dsp:cNvSpPr/>
      </dsp:nvSpPr>
      <dsp:spPr>
        <a:xfrm>
          <a:off x="4643959" y="3297160"/>
          <a:ext cx="1464707" cy="8788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SELF-HEALING UI</a:t>
          </a:r>
          <a:endParaRPr lang="en-IN" sz="1900" kern="1200" dirty="0"/>
        </a:p>
      </dsp:txBody>
      <dsp:txXfrm>
        <a:off x="4669699" y="3322900"/>
        <a:ext cx="1413227" cy="827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D4E85-113A-4152-A50B-7C8DDA2B9D71}">
      <dsp:nvSpPr>
        <dsp:cNvPr id="0" name=""/>
        <dsp:cNvSpPr/>
      </dsp:nvSpPr>
      <dsp:spPr>
        <a:xfrm>
          <a:off x="0" y="577849"/>
          <a:ext cx="4834965" cy="3021853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2C549-4AD4-48E1-8214-2D18E5970FB2}">
      <dsp:nvSpPr>
        <dsp:cNvPr id="0" name=""/>
        <dsp:cNvSpPr/>
      </dsp:nvSpPr>
      <dsp:spPr>
        <a:xfrm>
          <a:off x="476244" y="2824899"/>
          <a:ext cx="111204" cy="11120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F29F0D-ED02-4EB4-8129-3753722CBF21}">
      <dsp:nvSpPr>
        <dsp:cNvPr id="0" name=""/>
        <dsp:cNvSpPr/>
      </dsp:nvSpPr>
      <dsp:spPr>
        <a:xfrm>
          <a:off x="531846" y="2880502"/>
          <a:ext cx="633380" cy="719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25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Observe </a:t>
          </a:r>
          <a:endParaRPr lang="en-IN" sz="1300" kern="1200" dirty="0"/>
        </a:p>
      </dsp:txBody>
      <dsp:txXfrm>
        <a:off x="531846" y="2880502"/>
        <a:ext cx="633380" cy="719201"/>
      </dsp:txXfrm>
    </dsp:sp>
    <dsp:sp modelId="{56C8E695-C8EB-4056-9291-DB0391E0DA4B}">
      <dsp:nvSpPr>
        <dsp:cNvPr id="0" name=""/>
        <dsp:cNvSpPr/>
      </dsp:nvSpPr>
      <dsp:spPr>
        <a:xfrm>
          <a:off x="1078197" y="2246517"/>
          <a:ext cx="174058" cy="1740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AD88D-E58F-44D3-8EE2-230C265D077C}">
      <dsp:nvSpPr>
        <dsp:cNvPr id="0" name=""/>
        <dsp:cNvSpPr/>
      </dsp:nvSpPr>
      <dsp:spPr>
        <a:xfrm>
          <a:off x="1165226" y="2333546"/>
          <a:ext cx="802604" cy="126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3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Measure</a:t>
          </a:r>
          <a:endParaRPr lang="en-IN" sz="1300" kern="1200"/>
        </a:p>
      </dsp:txBody>
      <dsp:txXfrm>
        <a:off x="1165226" y="2333546"/>
        <a:ext cx="802604" cy="1266156"/>
      </dsp:txXfrm>
    </dsp:sp>
    <dsp:sp modelId="{D8A35392-E98B-4BE1-B5C6-3281B597F807}">
      <dsp:nvSpPr>
        <dsp:cNvPr id="0" name=""/>
        <dsp:cNvSpPr/>
      </dsp:nvSpPr>
      <dsp:spPr>
        <a:xfrm>
          <a:off x="1851791" y="1785382"/>
          <a:ext cx="232078" cy="23207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AFDB8-0FE7-4C03-8C47-19F2EDD1C27E}">
      <dsp:nvSpPr>
        <dsp:cNvPr id="0" name=""/>
        <dsp:cNvSpPr/>
      </dsp:nvSpPr>
      <dsp:spPr>
        <a:xfrm>
          <a:off x="1967830" y="1901421"/>
          <a:ext cx="933148" cy="169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973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Decide</a:t>
          </a:r>
          <a:endParaRPr lang="en-IN" sz="1300" kern="1200" dirty="0"/>
        </a:p>
      </dsp:txBody>
      <dsp:txXfrm>
        <a:off x="1967830" y="1901421"/>
        <a:ext cx="933148" cy="1698281"/>
      </dsp:txXfrm>
    </dsp:sp>
    <dsp:sp modelId="{D32310BC-F408-4A97-97F1-DD75701E3448}">
      <dsp:nvSpPr>
        <dsp:cNvPr id="0" name=""/>
        <dsp:cNvSpPr/>
      </dsp:nvSpPr>
      <dsp:spPr>
        <a:xfrm>
          <a:off x="2751095" y="1425177"/>
          <a:ext cx="299767" cy="29976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EC63D-B622-455C-B1D8-504831082AFA}">
      <dsp:nvSpPr>
        <dsp:cNvPr id="0" name=""/>
        <dsp:cNvSpPr/>
      </dsp:nvSpPr>
      <dsp:spPr>
        <a:xfrm>
          <a:off x="2900979" y="1575061"/>
          <a:ext cx="966993" cy="2024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841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Generate</a:t>
          </a:r>
          <a:endParaRPr lang="en-IN" sz="1300" kern="1200" dirty="0"/>
        </a:p>
      </dsp:txBody>
      <dsp:txXfrm>
        <a:off x="2900979" y="1575061"/>
        <a:ext cx="966993" cy="2024641"/>
      </dsp:txXfrm>
    </dsp:sp>
    <dsp:sp modelId="{71EC9318-F2F0-4594-82BC-A0347A19D441}">
      <dsp:nvSpPr>
        <dsp:cNvPr id="0" name=""/>
        <dsp:cNvSpPr/>
      </dsp:nvSpPr>
      <dsp:spPr>
        <a:xfrm>
          <a:off x="3676990" y="1184638"/>
          <a:ext cx="381962" cy="3819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57D00-CCE9-42AA-82E2-C96B95C00E93}">
      <dsp:nvSpPr>
        <dsp:cNvPr id="0" name=""/>
        <dsp:cNvSpPr/>
      </dsp:nvSpPr>
      <dsp:spPr>
        <a:xfrm>
          <a:off x="3867972" y="1375619"/>
          <a:ext cx="966993" cy="22240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394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Check &amp; change</a:t>
          </a:r>
          <a:endParaRPr lang="en-IN" sz="1300" kern="1200" dirty="0"/>
        </a:p>
      </dsp:txBody>
      <dsp:txXfrm>
        <a:off x="3867972" y="1375619"/>
        <a:ext cx="966993" cy="22240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F91F9-1D7A-4720-AF7A-4104425B3AF0}">
      <dsp:nvSpPr>
        <dsp:cNvPr id="0" name=""/>
        <dsp:cNvSpPr/>
      </dsp:nvSpPr>
      <dsp:spPr>
        <a:xfrm rot="5400000">
          <a:off x="102988" y="1155398"/>
          <a:ext cx="1806470" cy="217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71B2C-7CAA-498E-8CC2-05B6CB9893FD}">
      <dsp:nvSpPr>
        <dsp:cNvPr id="0" name=""/>
        <dsp:cNvSpPr/>
      </dsp:nvSpPr>
      <dsp:spPr>
        <a:xfrm>
          <a:off x="517746" y="1319"/>
          <a:ext cx="2420370" cy="145222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Telemetry</a:t>
          </a:r>
        </a:p>
      </dsp:txBody>
      <dsp:txXfrm>
        <a:off x="560280" y="43853"/>
        <a:ext cx="2335302" cy="1367154"/>
      </dsp:txXfrm>
    </dsp:sp>
    <dsp:sp modelId="{254F518E-9A0B-48B1-924F-25546C937CF3}">
      <dsp:nvSpPr>
        <dsp:cNvPr id="0" name=""/>
        <dsp:cNvSpPr/>
      </dsp:nvSpPr>
      <dsp:spPr>
        <a:xfrm rot="5400000">
          <a:off x="102988" y="2970676"/>
          <a:ext cx="1806470" cy="217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87A7E-E36B-4B36-AE85-5E55153BD38A}">
      <dsp:nvSpPr>
        <dsp:cNvPr id="0" name=""/>
        <dsp:cNvSpPr/>
      </dsp:nvSpPr>
      <dsp:spPr>
        <a:xfrm>
          <a:off x="517746" y="1816596"/>
          <a:ext cx="2420370" cy="14522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Cognitive Load</a:t>
          </a:r>
        </a:p>
      </dsp:txBody>
      <dsp:txXfrm>
        <a:off x="560280" y="1859130"/>
        <a:ext cx="2335302" cy="1367154"/>
      </dsp:txXfrm>
    </dsp:sp>
    <dsp:sp modelId="{0BB7EE66-C412-418A-85BC-D5F36A30DA38}">
      <dsp:nvSpPr>
        <dsp:cNvPr id="0" name=""/>
        <dsp:cNvSpPr/>
      </dsp:nvSpPr>
      <dsp:spPr>
        <a:xfrm>
          <a:off x="1010627" y="3878314"/>
          <a:ext cx="3210285" cy="2178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92378-9731-4E01-B50A-7A55AB65C4EF}">
      <dsp:nvSpPr>
        <dsp:cNvPr id="0" name=""/>
        <dsp:cNvSpPr/>
      </dsp:nvSpPr>
      <dsp:spPr>
        <a:xfrm>
          <a:off x="517746" y="3631874"/>
          <a:ext cx="2420370" cy="145222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Decision</a:t>
          </a:r>
        </a:p>
      </dsp:txBody>
      <dsp:txXfrm>
        <a:off x="560280" y="3674408"/>
        <a:ext cx="2335302" cy="1367154"/>
      </dsp:txXfrm>
    </dsp:sp>
    <dsp:sp modelId="{D8424E4B-78B7-46F1-891F-502D6743D3E7}">
      <dsp:nvSpPr>
        <dsp:cNvPr id="0" name=""/>
        <dsp:cNvSpPr/>
      </dsp:nvSpPr>
      <dsp:spPr>
        <a:xfrm rot="16200000">
          <a:off x="3322080" y="2970676"/>
          <a:ext cx="1806470" cy="2178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FDA34-906D-4A2F-85A7-09BB78C025D8}">
      <dsp:nvSpPr>
        <dsp:cNvPr id="0" name=""/>
        <dsp:cNvSpPr/>
      </dsp:nvSpPr>
      <dsp:spPr>
        <a:xfrm>
          <a:off x="3736838" y="3631874"/>
          <a:ext cx="2420370" cy="14522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GenAI</a:t>
          </a:r>
        </a:p>
      </dsp:txBody>
      <dsp:txXfrm>
        <a:off x="3779372" y="3674408"/>
        <a:ext cx="2335302" cy="1367154"/>
      </dsp:txXfrm>
    </dsp:sp>
    <dsp:sp modelId="{09567539-4F50-4641-B0E7-B50AE868AA8B}">
      <dsp:nvSpPr>
        <dsp:cNvPr id="0" name=""/>
        <dsp:cNvSpPr/>
      </dsp:nvSpPr>
      <dsp:spPr>
        <a:xfrm rot="16200000">
          <a:off x="3322080" y="1155398"/>
          <a:ext cx="1806470" cy="2178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F609C-9523-45FD-8C0C-6AE1BCE8FAE8}">
      <dsp:nvSpPr>
        <dsp:cNvPr id="0" name=""/>
        <dsp:cNvSpPr/>
      </dsp:nvSpPr>
      <dsp:spPr>
        <a:xfrm>
          <a:off x="3736838" y="1816596"/>
          <a:ext cx="2420370" cy="14522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Safety</a:t>
          </a:r>
        </a:p>
      </dsp:txBody>
      <dsp:txXfrm>
        <a:off x="3779372" y="1859130"/>
        <a:ext cx="2335302" cy="1367154"/>
      </dsp:txXfrm>
    </dsp:sp>
    <dsp:sp modelId="{58F258A8-B75F-4EC2-903A-C7CE0CFC001A}">
      <dsp:nvSpPr>
        <dsp:cNvPr id="0" name=""/>
        <dsp:cNvSpPr/>
      </dsp:nvSpPr>
      <dsp:spPr>
        <a:xfrm>
          <a:off x="4229719" y="247759"/>
          <a:ext cx="3210285" cy="217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EE29E-5C80-46C1-8CC8-77DBE7A169F2}">
      <dsp:nvSpPr>
        <dsp:cNvPr id="0" name=""/>
        <dsp:cNvSpPr/>
      </dsp:nvSpPr>
      <dsp:spPr>
        <a:xfrm>
          <a:off x="3736838" y="1319"/>
          <a:ext cx="2420370" cy="145222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Plan Validation </a:t>
          </a:r>
        </a:p>
      </dsp:txBody>
      <dsp:txXfrm>
        <a:off x="3779372" y="43853"/>
        <a:ext cx="2335302" cy="1367154"/>
      </dsp:txXfrm>
    </dsp:sp>
    <dsp:sp modelId="{DBD8B941-0637-406D-9D17-E60659ED38BC}">
      <dsp:nvSpPr>
        <dsp:cNvPr id="0" name=""/>
        <dsp:cNvSpPr/>
      </dsp:nvSpPr>
      <dsp:spPr>
        <a:xfrm>
          <a:off x="6955931" y="1319"/>
          <a:ext cx="2420370" cy="14522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Self-Healing UI</a:t>
          </a:r>
          <a:endParaRPr lang="en-IN" sz="3800" kern="1200" dirty="0"/>
        </a:p>
      </dsp:txBody>
      <dsp:txXfrm>
        <a:off x="6998465" y="43853"/>
        <a:ext cx="2335302" cy="1367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F87B8-80BA-41CA-A66B-02DDB3D8D1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69C0A-2E29-4775-BB98-823D1D45E7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Self-Healing Generative UI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/>
              <a:t>AuraGen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2FC6D-A169-7464-3A3A-C6FF23BC907F}"/>
              </a:ext>
            </a:extLst>
          </p:cNvPr>
          <p:cNvSpPr txBox="1"/>
          <p:nvPr/>
        </p:nvSpPr>
        <p:spPr>
          <a:xfrm>
            <a:off x="6216361" y="4599928"/>
            <a:ext cx="46317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Sriram Gandhi Prabha V</a:t>
            </a:r>
          </a:p>
          <a:p>
            <a:pPr marL="0" marR="0" indent="0"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prabhasrivel1311@gmail.com</a:t>
            </a:r>
          </a:p>
          <a:p>
            <a:pPr marL="0" marR="0" indent="0"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dd7a2bc00106</a:t>
            </a:r>
            <a:endParaRPr lang="en-IN" sz="825" b="1" i="0" dirty="0">
              <a:solidFill>
                <a:srgbClr val="64748B"/>
              </a:solidFill>
              <a:effectLst/>
              <a:latin typeface="ui-sans-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/>
              <a:t>AuraGen</a:t>
            </a:r>
            <a:r>
              <a:rPr lang="en-US" b="1" dirty="0"/>
              <a:t> — Where We Are Now</a:t>
            </a:r>
            <a:br>
              <a:rPr lang="en-US" b="1" dirty="0"/>
            </a:br>
            <a:r>
              <a:rPr lang="en-US" sz="2000" b="1" dirty="0"/>
              <a:t>Phase 1 → Phase 2 → Phase 3 → Phase 4 → Phase 5</a:t>
            </a:r>
            <a:endParaRPr lang="en-IN" sz="20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28109" y="1825625"/>
          <a:ext cx="8935782" cy="435133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06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5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3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/>
                        <a:t>Phase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/>
                        <a:t>Work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/>
                        <a:t>Status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IN" sz="1500"/>
                        <a:t>1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understanding &amp; project planning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500"/>
                        <a:t>2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Next.js/React setup + UI foundation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IN" sz="1500" dirty="0"/>
                        <a:t>3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Mouse telemetry + movement analysis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IN" sz="1500"/>
                        <a:t>4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Friction/Cognitive Load Score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Initial implementation completed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IN" sz="1500"/>
                        <a:t>5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</a:t>
                      </a:r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communication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🔄 Next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500"/>
                        <a:t>6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GPT integration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🔄 Next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500"/>
                        <a:t>7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UI generation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Pending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500"/>
                        <a:t>8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Self-healing/adaptive UI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Pending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500"/>
                        <a:t>9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evaluation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Pending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500"/>
                        <a:t>10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documentation/demo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Pending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22942" y="403412"/>
            <a:ext cx="5360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PROJECT ARCHITECTURE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A72FAF8-EC2B-C5BE-92FE-5BCCA211EA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6936969"/>
              </p:ext>
            </p:extLst>
          </p:nvPr>
        </p:nvGraphicFramePr>
        <p:xfrm>
          <a:off x="413871" y="1524000"/>
          <a:ext cx="6856505" cy="4177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A8A1D9B-4F94-D661-99DA-ECC762A3C1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484473"/>
              </p:ext>
            </p:extLst>
          </p:nvPr>
        </p:nvGraphicFramePr>
        <p:xfrm>
          <a:off x="6819153" y="1562349"/>
          <a:ext cx="4834965" cy="4177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b="1"/>
              <a:t>FLOW PHASE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E8DDD52-AEB8-7629-50C7-C09DC81131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072293"/>
              </p:ext>
            </p:extLst>
          </p:nvPr>
        </p:nvGraphicFramePr>
        <p:xfrm>
          <a:off x="1275976" y="1407459"/>
          <a:ext cx="9894048" cy="5085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Tech vs Purpose</a:t>
            </a:r>
            <a:endParaRPr lang="en-IN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247797"/>
              </p:ext>
            </p:extLst>
          </p:nvPr>
        </p:nvGraphicFramePr>
        <p:xfrm>
          <a:off x="1855694" y="2014715"/>
          <a:ext cx="8256494" cy="3910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5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Friction Score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Interaction difficulty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Cognitive Load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Estimated user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Adaptation Count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self-healing 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Successful Adaptations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 plans applied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AST Rejections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Unsafe plans blocked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AI Confidence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confidence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Response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Telemetry → adaptation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Improvement 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Before vs after adaptation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95826"/>
              </p:ext>
            </p:extLst>
          </p:nvPr>
        </p:nvGraphicFramePr>
        <p:xfrm>
          <a:off x="4625789" y="1398495"/>
          <a:ext cx="7453581" cy="5368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9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3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Component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Status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Next.js / React UI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Professional dashboard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Mouse movement telemetry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Movement analysis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Friction Score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Cognitive Load estimation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Hesitation detection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WebSocket communication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Adaptation Decision Engine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GenAI integration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Safe Mock fallback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AST validation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Plan validation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Adaptation Trigger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Complete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Self-healing mechanism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✅ Implemented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End-to-end backend pipeline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✅ PASSED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EE03E5-F31C-9E5C-AAC2-F8443DC79C5B}"/>
              </a:ext>
            </a:extLst>
          </p:cNvPr>
          <p:cNvSpPr txBox="1"/>
          <p:nvPr/>
        </p:nvSpPr>
        <p:spPr>
          <a:xfrm>
            <a:off x="681317" y="663388"/>
            <a:ext cx="57847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Project vs Task Step by Step Check list</a:t>
            </a:r>
            <a:endParaRPr lang="en-IN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285</Words>
  <Application>Microsoft Office PowerPoint</Application>
  <PresentationFormat>Widescreen</PresentationFormat>
  <Paragraphs>119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ui-sans-serif</vt:lpstr>
      <vt:lpstr>Office Theme</vt:lpstr>
      <vt:lpstr>Self-Healing Generative UI</vt:lpstr>
      <vt:lpstr>AuraGen — Where We Are Now Phase 1 → Phase 2 → Phase 3 → Phase 4 → Phase 5</vt:lpstr>
      <vt:lpstr>PowerPoint Presentation</vt:lpstr>
      <vt:lpstr>FLOW PHASE</vt:lpstr>
      <vt:lpstr>Key Tech vs Purpose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Generative UI</dc:title>
  <dc:creator>Microsoft account</dc:creator>
  <cp:lastModifiedBy>Prabha Vel Durai</cp:lastModifiedBy>
  <cp:revision>5</cp:revision>
  <dcterms:created xsi:type="dcterms:W3CDTF">2026-09-30T13:08:00Z</dcterms:created>
  <dcterms:modified xsi:type="dcterms:W3CDTF">2026-10-13T05:12:01Z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67673BE691F24BA38A290314B3CF2603_12</vt:lpwstr>
  </property>
  <property fmtid="{D5CDD505-2E9C-101B-9397-08002B2CF9AE}" pid="3" name="KSOProductBuildVer">
    <vt:lpwstr>1033-12.1.0.28485</vt:lpwstr>
  </property>
</Properties>
</file>